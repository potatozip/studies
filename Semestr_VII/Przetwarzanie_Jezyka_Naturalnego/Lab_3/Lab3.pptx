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311" r:id="rId3"/>
    <p:sldId id="313" r:id="rId4"/>
    <p:sldId id="312" r:id="rId5"/>
    <p:sldId id="314" r:id="rId6"/>
    <p:sldId id="315" r:id="rId7"/>
    <p:sldId id="316" r:id="rId8"/>
  </p:sldIdLst>
  <p:sldSz cx="9144000" cy="6858000" type="screen4x3"/>
  <p:notesSz cx="7104063" cy="10234613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C7C7C7"/>
    <a:srgbClr val="C9C9C9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l-PL" dirty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41303D80-DFB3-4C75-98EA-FCEDF393272A}" type="datetimeFigureOut">
              <a:rPr lang="pl-PL" smtClean="0"/>
              <a:t>28.08.2025</a:t>
            </a:fld>
            <a:endParaRPr lang="pl-PL" dirty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l-PL" dirty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467FAD0-9AF6-41FE-88B0-79578B23206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9268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89467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07E0-068D-58AD-CD8B-364B17A95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4DE5BD1-648A-B4F8-B79F-63D46E427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F3E2C62-C375-0EED-EAF4-D20DF3329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7F6D142-9862-B56B-8FF0-57924E611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74333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6D956-CE81-D116-39EF-16EF0C78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78D4F9A-9012-8BF7-D4FB-6633F551D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D318902-F32A-481A-DB38-C8BEA5F58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1DEEAE9-D6F2-8901-AB48-A5AAA68E9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334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1201-B9F9-6F18-F521-04E9A4A4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2A4FC85-0420-3FDE-CD13-2825FB2E4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E2F0223-7D95-7CF2-950B-C85EDC4BB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10294BA-95F5-8BE1-4869-6450168D2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94794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9BD49-038A-5E8F-A68B-CB09415B9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E1A208E-D374-BD28-92B2-F002214D8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0DA682C-BFD4-3DBA-12A2-55FE3B454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88780F8-F3F0-0239-01F5-8775E93BD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43108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1CE8-2061-978E-287A-9A1AE1E61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C3541C9-9EAE-BE15-19E8-0E1322252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0FB3820-9909-86A1-F3D3-9322E9806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E967D72-59F5-183D-E1BA-DFBED2912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FAD0-9AF6-41FE-88B0-79578B232060}" type="slidenum">
              <a:rPr lang="pl-PL" smtClean="0"/>
              <a:t>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25520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C8B8C-FA86-4666-9BCF-D35EF6337B53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06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0D07C-55D5-469F-AAB9-9ABBA0DEE382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2904925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83E98-98E6-4169-8CB5-6D47E6A6290A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53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33D9-B25C-4930-9C3A-952EC0E84155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3901353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567A-15FE-4CDF-82AA-C4E53BDE1E08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2854306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1CD56-91A7-4D17-9386-09FBC4AEEF06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1310465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43991-FE41-4E53-8F2D-E22F96DA86B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412729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C3B6B7-153D-4E7C-9813-D77B87CBB6E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309904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42D0-249B-4588-810F-3F7823628C5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70053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0A5-3A18-41A8-BEA6-3EE646A7FD57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1874834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B31BB-9991-4089-9A5E-62B4CF71555B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</p:spTree>
    <p:extLst>
      <p:ext uri="{BB962C8B-B14F-4D97-AF65-F5344CB8AC3E}">
        <p14:creationId xmlns:p14="http://schemas.microsoft.com/office/powerpoint/2010/main" val="214091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3D97CC2-6F83-4663-B0AA-F5C17EB78C95}" type="slidenum">
              <a:rPr lang="pl-PL" altLang="pl-PL" smtClean="0"/>
              <a:pPr/>
              <a:t>‹#›</a:t>
            </a:fld>
            <a:endParaRPr lang="pl-PL" altLang="pl-PL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38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8775" y="692696"/>
            <a:ext cx="8785225" cy="14700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pl-PL" altLang="pl-PL" sz="5400" b="1" dirty="0">
                <a:solidFill>
                  <a:schemeClr val="tx1"/>
                </a:solidFill>
              </a:rPr>
              <a:t>Przetwarzanie języka naturalnego</a:t>
            </a:r>
            <a:endParaRPr lang="pl-PL" altLang="pl-PL" sz="5400" b="1" i="1" dirty="0">
              <a:solidFill>
                <a:schemeClr val="tx1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691047" y="2708920"/>
            <a:ext cx="6120680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3200" kern="0" dirty="0">
                <a:latin typeface="+mn-lt"/>
                <a:cs typeface="+mn-cs"/>
              </a:rPr>
              <a:t>Laboratorium nr 3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pl-PL" sz="3200" kern="0" dirty="0">
              <a:latin typeface="+mn-lt"/>
              <a:cs typeface="+mn-cs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kern="0" dirty="0">
                <a:latin typeface="+mn-lt"/>
                <a:cs typeface="+mn-cs"/>
              </a:rPr>
              <a:t>Dr inż. Wojciech Książek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pl-PL" sz="3200" b="1" kern="0" dirty="0">
              <a:latin typeface="+mn-lt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47662" y="4749300"/>
            <a:ext cx="6408713" cy="12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Wydział Informatyki i Telekomunikacji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Katedra Informatyki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Politechnika Krakowska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pl-PL" sz="2000" kern="0" dirty="0"/>
              <a:t>Kraków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Tokenizacja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22959" y="1845734"/>
            <a:ext cx="8321041" cy="4023360"/>
          </a:xfrm>
        </p:spPr>
        <p:txBody>
          <a:bodyPr>
            <a:normAutofit/>
          </a:bodyPr>
          <a:lstStyle/>
          <a:p>
            <a:r>
              <a:rPr lang="pl-PL" sz="2800" dirty="0"/>
              <a:t>- Podział tekstu na słowa lub zdania</a:t>
            </a:r>
          </a:p>
          <a:p>
            <a:r>
              <a:rPr lang="pl-PL" sz="2800" dirty="0"/>
              <a:t>Ala ma koty i kotka.</a:t>
            </a:r>
          </a:p>
          <a:p>
            <a:r>
              <a:rPr lang="pl-PL" sz="2800" dirty="0"/>
              <a:t>Da nam: </a:t>
            </a:r>
          </a:p>
          <a:p>
            <a:r>
              <a:rPr lang="pl-PL" sz="2800" dirty="0"/>
              <a:t>["Ala", "ma", "koty", "i", "kotka"]</a:t>
            </a:r>
          </a:p>
          <a:p>
            <a:r>
              <a:rPr lang="pl-PL" sz="2800" dirty="0"/>
              <a:t>import </a:t>
            </a:r>
            <a:r>
              <a:rPr lang="pl-PL" sz="2800" dirty="0" err="1"/>
              <a:t>nltk</a:t>
            </a:r>
            <a:endParaRPr lang="pl-PL" sz="2800" dirty="0"/>
          </a:p>
          <a:p>
            <a:r>
              <a:rPr lang="pl-PL" sz="2800" dirty="0" err="1"/>
              <a:t>nltk.sent_tokenize</a:t>
            </a:r>
            <a:r>
              <a:rPr lang="pl-PL" sz="2800" dirty="0"/>
              <a:t>(</a:t>
            </a:r>
            <a:r>
              <a:rPr lang="pl-PL" sz="2800" dirty="0" err="1"/>
              <a:t>example_text</a:t>
            </a:r>
            <a:r>
              <a:rPr lang="pl-PL" sz="2800" dirty="0"/>
              <a:t>) #dzieli tekst na zdania</a:t>
            </a:r>
          </a:p>
          <a:p>
            <a:r>
              <a:rPr lang="pl-PL" sz="2800" dirty="0" err="1"/>
              <a:t>nltk.word_tokenize</a:t>
            </a:r>
            <a:r>
              <a:rPr lang="pl-PL" sz="2800" dirty="0"/>
              <a:t>(</a:t>
            </a:r>
            <a:r>
              <a:rPr lang="pl-PL" sz="2800" dirty="0" err="1"/>
              <a:t>example_text</a:t>
            </a:r>
            <a:r>
              <a:rPr lang="pl-PL" sz="2800" dirty="0"/>
              <a:t>) #dzieli tekst na słowa</a:t>
            </a:r>
          </a:p>
        </p:txBody>
      </p:sp>
    </p:spTree>
    <p:extLst>
      <p:ext uri="{BB962C8B-B14F-4D97-AF65-F5344CB8AC3E}">
        <p14:creationId xmlns:p14="http://schemas.microsoft.com/office/powerpoint/2010/main" val="3943653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8F2F-59AC-7CF0-076E-1795ACCF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DA486-015E-775C-87D3-A8DB7B21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Tokenizacja</a:t>
            </a:r>
            <a:endParaRPr lang="pl-PL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485AC51-E116-5178-B79F-49EA5A41A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8321041" cy="4023360"/>
          </a:xfrm>
        </p:spPr>
        <p:txBody>
          <a:bodyPr>
            <a:normAutofit/>
          </a:bodyPr>
          <a:lstStyle/>
          <a:p>
            <a:r>
              <a:rPr lang="pl-PL" sz="2800" dirty="0"/>
              <a:t>- Dla języka polskiego zamiast </a:t>
            </a:r>
            <a:r>
              <a:rPr lang="pl-PL" sz="2800" dirty="0" err="1"/>
              <a:t>nltk</a:t>
            </a:r>
            <a:r>
              <a:rPr lang="pl-PL" sz="2800" dirty="0"/>
              <a:t> może warto użyć </a:t>
            </a:r>
            <a:r>
              <a:rPr lang="pl-PL" sz="2800" dirty="0" err="1"/>
              <a:t>spaCy</a:t>
            </a:r>
            <a:r>
              <a:rPr lang="pl-PL" sz="2800" dirty="0"/>
              <a:t> albo </a:t>
            </a:r>
            <a:r>
              <a:rPr lang="pl-PL" sz="2800" dirty="0" err="1"/>
              <a:t>Stanza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170344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206AC-C259-E2E8-14C7-56FFC40C6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950F24-D89A-C95E-2D61-525F256ED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Stemming</a:t>
            </a:r>
            <a:endParaRPr lang="pl-PL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1486B05-215B-2857-CEE1-8C0FD063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dirty="0"/>
              <a:t>- Sprowadzenia słowa do rdzenia (bez uwzględnienia gramatyki)</a:t>
            </a:r>
          </a:p>
          <a:p>
            <a:r>
              <a:rPr lang="pl-PL" sz="2800" dirty="0"/>
              <a:t>- Zrealizowanie przez „ucinanie” końcówek i prowadzi do form niekoniecznie istniejących</a:t>
            </a:r>
          </a:p>
          <a:p>
            <a:r>
              <a:rPr lang="pl-PL" sz="2800" dirty="0"/>
              <a:t>- Przykład </a:t>
            </a:r>
            <a:r>
              <a:rPr lang="pl-PL" sz="2800" dirty="0" err="1"/>
              <a:t>SnowballStemmer</a:t>
            </a:r>
            <a:r>
              <a:rPr lang="pl-PL" sz="2800" dirty="0"/>
              <a:t> dla polskiego</a:t>
            </a:r>
          </a:p>
          <a:p>
            <a:r>
              <a:rPr lang="pl-PL" sz="2800" dirty="0"/>
              <a:t>koty   → kot</a:t>
            </a:r>
          </a:p>
          <a:p>
            <a:r>
              <a:rPr lang="pl-PL" sz="2800" dirty="0"/>
              <a:t>kotka  → </a:t>
            </a:r>
            <a:r>
              <a:rPr lang="pl-PL" sz="2800" dirty="0" err="1"/>
              <a:t>kotk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1276433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B707-28EE-0A32-1AA5-736AA05A9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D08EDB-93A8-A113-A586-BB311E0BD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Stemming</a:t>
            </a:r>
            <a:endParaRPr lang="pl-PL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D1502AE-7E89-5679-3882-158483CCC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sz="2800" dirty="0"/>
              <a:t>- Klasyczny dla języka angielskiego </a:t>
            </a:r>
            <a:r>
              <a:rPr lang="pl-PL" sz="2800" dirty="0" err="1"/>
              <a:t>PorterStremmer</a:t>
            </a:r>
            <a:endParaRPr lang="pl-PL" sz="2800" dirty="0"/>
          </a:p>
          <a:p>
            <a:r>
              <a:rPr lang="pl-PL" sz="2800" dirty="0"/>
              <a:t>- Inne: </a:t>
            </a:r>
            <a:r>
              <a:rPr lang="pl-PL" sz="2800" dirty="0" err="1"/>
              <a:t>LancasterStemmer</a:t>
            </a:r>
            <a:r>
              <a:rPr lang="pl-PL" sz="2800" dirty="0"/>
              <a:t> (mocno skraca), </a:t>
            </a:r>
            <a:r>
              <a:rPr lang="pl-PL" sz="2800" dirty="0" err="1"/>
              <a:t>SnowballStemmer</a:t>
            </a:r>
            <a:r>
              <a:rPr lang="pl-PL" sz="2800" dirty="0"/>
              <a:t> (ulepszy Porter </a:t>
            </a:r>
            <a:r>
              <a:rPr lang="pl-PL" sz="2800" dirty="0" err="1"/>
              <a:t>Stremmer</a:t>
            </a:r>
            <a:r>
              <a:rPr lang="pl-PL" sz="2800" dirty="0"/>
              <a:t> z wieloma językami)</a:t>
            </a:r>
          </a:p>
          <a:p>
            <a:r>
              <a:rPr lang="pl-PL" dirty="0" err="1"/>
              <a:t>nltk.stem.SnowballStemmer</a:t>
            </a:r>
            <a:r>
              <a:rPr lang="pl-PL" dirty="0"/>
              <a:t>(</a:t>
            </a:r>
            <a:r>
              <a:rPr lang="pl-PL" dirty="0" err="1"/>
              <a:t>language</a:t>
            </a:r>
            <a:r>
              <a:rPr lang="pl-PL" dirty="0"/>
              <a:t>="</a:t>
            </a:r>
            <a:r>
              <a:rPr lang="pl-PL" dirty="0" err="1"/>
              <a:t>english</a:t>
            </a:r>
            <a:r>
              <a:rPr lang="pl-PL" dirty="0"/>
              <a:t>")</a:t>
            </a:r>
            <a:endParaRPr lang="pl-PL" sz="2800" dirty="0"/>
          </a:p>
          <a:p>
            <a:r>
              <a:rPr lang="pl-PL" sz="2800" dirty="0"/>
              <a:t>- Dla polskiego praktycznie się nie stosuje </a:t>
            </a:r>
            <a:r>
              <a:rPr lang="pl-PL" sz="2800" dirty="0" err="1"/>
              <a:t>stemmingu</a:t>
            </a:r>
            <a:r>
              <a:rPr lang="pl-PL" sz="2800" dirty="0"/>
              <a:t> (bo polska fleksja jest bardzo złożona).</a:t>
            </a:r>
          </a:p>
          <a:p>
            <a:r>
              <a:rPr lang="pl-PL" sz="2800" dirty="0"/>
              <a:t>Zamiast tego używa się </a:t>
            </a:r>
            <a:r>
              <a:rPr lang="pl-PL" sz="2800" dirty="0" err="1"/>
              <a:t>lematyzacji</a:t>
            </a:r>
            <a:r>
              <a:rPr lang="pl-PL" sz="2800" dirty="0"/>
              <a:t> z bibliotek takich jak Morfeusz2, </a:t>
            </a:r>
            <a:r>
              <a:rPr lang="pl-PL" sz="2800" dirty="0" err="1"/>
              <a:t>Stanza</a:t>
            </a:r>
            <a:r>
              <a:rPr lang="pl-PL" sz="2800" dirty="0"/>
              <a:t> albo </a:t>
            </a:r>
            <a:r>
              <a:rPr lang="pl-PL" sz="2800" dirty="0" err="1"/>
              <a:t>spaCy</a:t>
            </a:r>
            <a:r>
              <a:rPr lang="pl-PL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2216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96E4-68B7-FA2C-0BC9-025605CA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343F20-B340-9EFF-DE4A-FD797DD6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Lematyzacja</a:t>
            </a:r>
            <a:endParaRPr lang="pl-PL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BC979E3-25B0-DB28-EC82-74C0E1891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dirty="0"/>
              <a:t>- Sprowadzenie słowa do poprawnej formy słownikowej</a:t>
            </a:r>
          </a:p>
          <a:p>
            <a:r>
              <a:rPr lang="pl-PL" sz="2800" dirty="0"/>
              <a:t>- Uwzględnia znaczenie i gramatykę</a:t>
            </a:r>
          </a:p>
          <a:p>
            <a:r>
              <a:rPr lang="pl-PL" sz="2800" dirty="0"/>
              <a:t>- Potrzebuje słownika lub modelu języka</a:t>
            </a:r>
          </a:p>
          <a:p>
            <a:r>
              <a:rPr lang="pl-PL" sz="2800" dirty="0"/>
              <a:t>koty   → kot</a:t>
            </a:r>
          </a:p>
          <a:p>
            <a:r>
              <a:rPr lang="pl-PL" sz="2800" dirty="0"/>
              <a:t>kotka  → kot</a:t>
            </a:r>
          </a:p>
          <a:p>
            <a:r>
              <a:rPr lang="pl-PL" sz="2800" dirty="0"/>
              <a:t>- Korzysta z wiedzy lingwistycznej</a:t>
            </a:r>
          </a:p>
        </p:txBody>
      </p:sp>
    </p:spTree>
    <p:extLst>
      <p:ext uri="{BB962C8B-B14F-4D97-AF65-F5344CB8AC3E}">
        <p14:creationId xmlns:p14="http://schemas.microsoft.com/office/powerpoint/2010/main" val="243241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0156-F941-F322-E4BF-047475AA8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359D76-E13B-D49C-7908-4C4EBED6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Lematyzacja</a:t>
            </a:r>
            <a:endParaRPr lang="pl-PL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4DF1253-42E4-7C6C-B394-F9210520B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dirty="0"/>
              <a:t>- Dla języka angielskiego </a:t>
            </a:r>
          </a:p>
          <a:p>
            <a:r>
              <a:rPr lang="pl-PL" sz="2800" dirty="0" err="1"/>
              <a:t>lemmatizer</a:t>
            </a:r>
            <a:r>
              <a:rPr lang="pl-PL" sz="2800" dirty="0"/>
              <a:t> = </a:t>
            </a:r>
            <a:r>
              <a:rPr lang="pl-PL" sz="2800" dirty="0" err="1"/>
              <a:t>nltk.stem.WordNetLemmatizer</a:t>
            </a:r>
            <a:r>
              <a:rPr lang="pl-PL" sz="2800" dirty="0"/>
              <a:t>()</a:t>
            </a:r>
          </a:p>
          <a:p>
            <a:r>
              <a:rPr lang="pl-PL" sz="2800" dirty="0"/>
              <a:t>- Dla języka polskiego: Clarin, </a:t>
            </a:r>
            <a:r>
              <a:rPr lang="pl-PL" sz="2800" dirty="0" err="1"/>
              <a:t>Stanza</a:t>
            </a:r>
            <a:r>
              <a:rPr lang="pl-PL" sz="2800" dirty="0"/>
              <a:t>, Morfeusz2, </a:t>
            </a:r>
            <a:r>
              <a:rPr lang="pl-PL" sz="2800" dirty="0" err="1"/>
              <a:t>spaCy</a:t>
            </a: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34885039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cja">
  <a:themeElements>
    <a:clrScheme name="Retrospekcj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cj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cj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BB786FF68C4F4489610E14B800F038" ma:contentTypeVersion="3" ma:contentTypeDescription="Utwórz nowy dokument." ma:contentTypeScope="" ma:versionID="16cd38267fa95617d178ae16d8f6d753">
  <xsd:schema xmlns:xsd="http://www.w3.org/2001/XMLSchema" xmlns:xs="http://www.w3.org/2001/XMLSchema" xmlns:p="http://schemas.microsoft.com/office/2006/metadata/properties" xmlns:ns2="f0816f1a-20eb-4d23-b012-af66eb922a7f" targetNamespace="http://schemas.microsoft.com/office/2006/metadata/properties" ma:root="true" ma:fieldsID="baf36490d044947f6c8e591040e7c9da" ns2:_="">
    <xsd:import namespace="f0816f1a-20eb-4d23-b012-af66eb922a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16f1a-20eb-4d23-b012-af66eb922a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A4B58D-59F9-469F-8780-C6075D9BD948}"/>
</file>

<file path=customXml/itemProps2.xml><?xml version="1.0" encoding="utf-8"?>
<ds:datastoreItem xmlns:ds="http://schemas.openxmlformats.org/officeDocument/2006/customXml" ds:itemID="{4B5BACD3-48F4-4E34-A6F8-F527E57D85FE}"/>
</file>

<file path=customXml/itemProps3.xml><?xml version="1.0" encoding="utf-8"?>
<ds:datastoreItem xmlns:ds="http://schemas.openxmlformats.org/officeDocument/2006/customXml" ds:itemID="{017BFFE4-795F-4A31-BEC2-495D0EBC2175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4631</TotalTime>
  <Words>259</Words>
  <Application>Microsoft Office PowerPoint</Application>
  <PresentationFormat>Pokaz na ekranie (4:3)</PresentationFormat>
  <Paragraphs>47</Paragraphs>
  <Slides>7</Slides>
  <Notes>6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Retrospekcja</vt:lpstr>
      <vt:lpstr>Przetwarzanie języka naturalnego</vt:lpstr>
      <vt:lpstr>Tokenizacja</vt:lpstr>
      <vt:lpstr>Tokenizacja</vt:lpstr>
      <vt:lpstr>Stemming</vt:lpstr>
      <vt:lpstr>Stemming</vt:lpstr>
      <vt:lpstr>Lematyzacja</vt:lpstr>
      <vt:lpstr>Lematyzacja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Temat: Rekonstrukcja zderzenia pojazdu z wykorzystaniem programu PC-Crash</dc:title>
  <dc:creator>Admin</dc:creator>
  <cp:lastModifiedBy>Wojciech Książek</cp:lastModifiedBy>
  <cp:revision>269</cp:revision>
  <cp:lastPrinted>2025-02-17T08:25:37Z</cp:lastPrinted>
  <dcterms:created xsi:type="dcterms:W3CDTF">2011-11-02T06:12:13Z</dcterms:created>
  <dcterms:modified xsi:type="dcterms:W3CDTF">2025-08-28T12:10:04Z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0x010100C9BB786FF68C4F4489610E14B800F038</vt:lpwstr>
  </property>
</Properties>
</file>
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</p:sldIdLst>
  <p:sldSz cx="9144000" cy="6858000" type="screen4x3"/>
  <p:notesSz cx="7104063" cy="10234613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C7C7C7"/>
    <a:srgbClr val="C9C9C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1303D80-DFB3-4C75-98EA-FCEDF393272A}" type="datetimeFigureOut">
              <a:rPr lang="pl-PL" smtClean="0"/>
              <a:t>29.08.2025</a:t>
            </a:fld>
            <a:endParaRPr lang="pl-PL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l-PL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467FAD0-9AF6-41FE-88B0-79578B23206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9268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946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1138-21C3-CB86-9A9D-35AC53F2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5D8A81E-4865-8930-8696-111335D76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4E9E9F0-6CA6-9C13-F5C3-E4259DF8C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9F55C9B-EAB3-1358-E354-83978B224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1722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7853-BF7A-3925-5F90-FDE56CC6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E718F32-853A-27A8-ECF7-138F0A153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19AED04-51CA-8359-CF48-1D6E3CBC0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D8C25D6-3537-D631-D687-28F970CCE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744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27B8-BA12-5C76-756B-C6469EF5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BC520CB-A6D6-4DF7-7B2F-AA109B9AD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77FBC77-1EF0-3D2D-31D7-6C7DA9895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0417569-89CD-F08A-052E-3BF549940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52292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7E7C-8DA4-F7FD-D05F-15AA284E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05AAAA2-379F-AA20-B5CE-625EA4D2B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368BC68-7208-2DCE-F6B2-6BDCD90E0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D376245-320C-3AD9-E34B-9A18042A3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26560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DD66-FCEA-BD43-49F6-857BEC8D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E35F616-9B04-3C5C-D64A-32F8F8934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244F7FB-7C68-265B-2EAF-ED3A1B3CF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C9CE1E1-4B99-C0A7-EA50-D2A3E3E10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4102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512B-3355-BFB0-3331-AE62BB6D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88A72D4-91B5-143D-03B4-E524DD4EC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B3CC8A0-3635-557E-E8E1-A26BD2D57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9ABE213-9BB6-FC5D-972B-5CDEF3047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4008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8ED2-6E0B-791D-8475-E72FED464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1015488-98D9-EC95-5993-8AC73E7E3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8D7917B-4050-86B9-6110-2B6FE0CE0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A0ED7AE-B31B-E830-103F-C533B835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44709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0866-640A-A309-EADF-2E5D5060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8352640-DF18-9F8A-2A1B-A337050A0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4E4C277-9B4B-B887-9BAD-F1E28D58A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6F1796D-7FF5-C470-DA6F-15356D56E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05789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C8B8C-FA86-4666-9BCF-D35EF6337B53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6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0D07C-55D5-469F-AAB9-9ABBA0DEE382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90492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83E98-98E6-4169-8CB5-6D47E6A6290A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53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33D9-B25C-4930-9C3A-952EC0E84155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390135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567A-15FE-4CDF-82AA-C4E53BDE1E08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85430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CD56-91A7-4D17-9386-09FBC4AEEF06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31046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3991-FE41-4E53-8F2D-E22F96DA86B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412729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C3B6B7-153D-4E7C-9813-D77B87CBB6E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309904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42D0-249B-4588-810F-3F7823628C5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70053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0A5-3A18-41A8-BEA6-3EE646A7FD5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87483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31BB-9991-4089-9A5E-62B4CF71555B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14091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D97CC2-6F83-4663-B0AA-F5C17EB78C95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38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775" y="692696"/>
            <a:ext cx="8785225" cy="14700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l-PL" altLang="pl-PL" sz="5400" b="1" dirty="0">
                <a:solidFill>
                  <a:schemeClr val="tx1"/>
                </a:solidFill>
              </a:rPr>
              <a:t>Przetwarzanie języka naturalnego</a:t>
            </a:r>
            <a:endParaRPr lang="pl-PL" altLang="pl-PL" sz="5400" b="1" i="1" dirty="0">
              <a:solidFill>
                <a:schemeClr val="tx1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91047" y="2708920"/>
            <a:ext cx="612068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3200" kern="0" dirty="0">
                <a:latin typeface="+mn-lt"/>
                <a:cs typeface="+mn-cs"/>
              </a:rPr>
              <a:t>Laboratorium nr 5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pl-PL" sz="3200" kern="0" dirty="0">
              <a:latin typeface="+mn-lt"/>
              <a:cs typeface="+mn-cs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kern="0" dirty="0">
                <a:latin typeface="+mn-lt"/>
                <a:cs typeface="+mn-cs"/>
              </a:rPr>
              <a:t>Dr inż. Wojciech Książek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pl-PL" sz="3200" b="1" kern="0" dirty="0">
              <a:latin typeface="+mn-lt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47662" y="4749300"/>
            <a:ext cx="6408713" cy="12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Wydział Informatyki i Telekomunikacji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Katedra Informatyki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Politechnika Krakowska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Kraków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Biblioteka </a:t>
            </a:r>
            <a:r>
              <a:rPr lang="pl-PL" b="1" dirty="0" err="1"/>
              <a:t>Spacy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 fontScale="92500" lnSpcReduction="10000"/>
          </a:bodyPr>
          <a:lstStyle/>
          <a:p>
            <a:r>
              <a:rPr lang="pl-PL" sz="2800" dirty="0"/>
              <a:t>- W ramach tego laboratorium przejdziemy różności, które warto byście poznali</a:t>
            </a:r>
          </a:p>
          <a:p>
            <a:r>
              <a:rPr lang="pl-PL" sz="2800" dirty="0"/>
              <a:t>- Instalacja w pakiecie z modelem językowym</a:t>
            </a:r>
          </a:p>
          <a:p>
            <a:r>
              <a:rPr lang="pl-PL" sz="2800" dirty="0"/>
              <a:t>- Najpierw pip </a:t>
            </a:r>
            <a:r>
              <a:rPr lang="pl-PL" sz="2800" dirty="0" err="1"/>
              <a:t>install</a:t>
            </a:r>
            <a:r>
              <a:rPr lang="pl-PL" sz="2800" dirty="0"/>
              <a:t> </a:t>
            </a:r>
            <a:r>
              <a:rPr lang="pl-PL" sz="2800" dirty="0" err="1"/>
              <a:t>spacy</a:t>
            </a:r>
            <a:r>
              <a:rPr lang="pl-PL" sz="2800" dirty="0"/>
              <a:t>, a potem: </a:t>
            </a:r>
          </a:p>
          <a:p>
            <a:r>
              <a:rPr lang="en-US" sz="2800" dirty="0"/>
              <a:t>python -m spacy download </a:t>
            </a:r>
            <a:r>
              <a:rPr lang="en-US" sz="2800" dirty="0" err="1"/>
              <a:t>en_core_web_sm</a:t>
            </a:r>
            <a:endParaRPr lang="pl-PL" sz="2800" dirty="0"/>
          </a:p>
          <a:p>
            <a:r>
              <a:rPr lang="pl-PL" sz="2800" dirty="0"/>
              <a:t>lub</a:t>
            </a:r>
          </a:p>
          <a:p>
            <a:r>
              <a:rPr lang="en-US" sz="2800" dirty="0"/>
              <a:t>python -m spacy download </a:t>
            </a:r>
            <a:r>
              <a:rPr lang="en-US" sz="2800" dirty="0" err="1"/>
              <a:t>pl_core_news_sm</a:t>
            </a:r>
            <a:endParaRPr lang="pl-PL" sz="2800" dirty="0"/>
          </a:p>
          <a:p>
            <a:r>
              <a:rPr lang="pl-PL" sz="2800" dirty="0" err="1"/>
              <a:t>sm</a:t>
            </a:r>
            <a:r>
              <a:rPr lang="pl-PL" sz="2800" dirty="0"/>
              <a:t>- lekkie i szybkie, md i </a:t>
            </a:r>
            <a:r>
              <a:rPr lang="pl-PL" sz="2800" dirty="0" err="1"/>
              <a:t>lg</a:t>
            </a:r>
            <a:r>
              <a:rPr lang="pl-PL" sz="2800" dirty="0"/>
              <a:t> – większe z </a:t>
            </a:r>
            <a:r>
              <a:rPr lang="pl-PL" sz="2800" dirty="0" err="1"/>
              <a:t>embeddingami</a:t>
            </a:r>
            <a:r>
              <a:rPr lang="pl-PL" sz="2800" dirty="0"/>
              <a:t> wektorowymi </a:t>
            </a:r>
          </a:p>
        </p:txBody>
      </p:sp>
    </p:spTree>
    <p:extLst>
      <p:ext uri="{BB962C8B-B14F-4D97-AF65-F5344CB8AC3E}">
        <p14:creationId xmlns:p14="http://schemas.microsoft.com/office/powerpoint/2010/main" val="394365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74C03-B4E1-6517-E5A4-9A056947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F9EFDC28-1B75-3B4E-E060-3C1AF56D5C37}"/>
              </a:ext>
            </a:extLst>
          </p:cNvPr>
          <p:cNvSpPr txBox="1"/>
          <p:nvPr/>
        </p:nvSpPr>
        <p:spPr>
          <a:xfrm>
            <a:off x="0" y="475879"/>
            <a:ext cx="903649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import </a:t>
            </a:r>
            <a:r>
              <a:rPr lang="pl-PL" dirty="0" err="1"/>
              <a:t>spacy</a:t>
            </a:r>
            <a:endParaRPr lang="pl-PL" dirty="0"/>
          </a:p>
          <a:p>
            <a:r>
              <a:rPr lang="pl-PL" dirty="0" err="1"/>
              <a:t>nlp</a:t>
            </a:r>
            <a:r>
              <a:rPr lang="pl-PL" dirty="0"/>
              <a:t> = </a:t>
            </a:r>
            <a:r>
              <a:rPr lang="pl-PL" dirty="0" err="1"/>
              <a:t>spacy.load</a:t>
            </a:r>
            <a:r>
              <a:rPr lang="pl-PL" dirty="0"/>
              <a:t>("</a:t>
            </a:r>
            <a:r>
              <a:rPr lang="pl-PL" dirty="0" err="1"/>
              <a:t>en_core_web_md</a:t>
            </a:r>
            <a:r>
              <a:rPr lang="pl-PL" dirty="0"/>
              <a:t>")</a:t>
            </a:r>
          </a:p>
          <a:p>
            <a:r>
              <a:rPr lang="pl-PL" dirty="0" err="1"/>
              <a:t>example_text</a:t>
            </a:r>
            <a:r>
              <a:rPr lang="pl-PL" dirty="0"/>
              <a:t> = """</a:t>
            </a:r>
          </a:p>
          <a:p>
            <a:r>
              <a:rPr lang="pl-PL" dirty="0"/>
              <a:t>We </a:t>
            </a:r>
            <a:r>
              <a:rPr lang="pl-PL" dirty="0" err="1"/>
              <a:t>hold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truths</a:t>
            </a:r>
            <a:r>
              <a:rPr lang="pl-PL" dirty="0"/>
              <a:t> to be </a:t>
            </a:r>
            <a:r>
              <a:rPr lang="pl-PL" dirty="0" err="1"/>
              <a:t>self-evident</a:t>
            </a:r>
            <a:r>
              <a:rPr lang="pl-PL" dirty="0"/>
              <a:t>,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all</a:t>
            </a:r>
            <a:r>
              <a:rPr lang="pl-PL" dirty="0"/>
              <a:t> men </a:t>
            </a:r>
          </a:p>
          <a:p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created</a:t>
            </a:r>
            <a:r>
              <a:rPr lang="pl-PL" dirty="0"/>
              <a:t> </a:t>
            </a:r>
            <a:r>
              <a:rPr lang="pl-PL" dirty="0" err="1"/>
              <a:t>equal</a:t>
            </a:r>
            <a:r>
              <a:rPr lang="pl-PL" dirty="0"/>
              <a:t>,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endowed</a:t>
            </a:r>
            <a:r>
              <a:rPr lang="pl-PL" dirty="0"/>
              <a:t> by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Creator</a:t>
            </a:r>
            <a:r>
              <a:rPr lang="pl-PL" dirty="0"/>
              <a:t> </a:t>
            </a:r>
          </a:p>
          <a:p>
            <a:r>
              <a:rPr lang="pl-PL" dirty="0"/>
              <a:t>with </a:t>
            </a:r>
            <a:r>
              <a:rPr lang="pl-PL" dirty="0" err="1"/>
              <a:t>certain</a:t>
            </a:r>
            <a:r>
              <a:rPr lang="pl-PL" dirty="0"/>
              <a:t> </a:t>
            </a:r>
            <a:r>
              <a:rPr lang="pl-PL" dirty="0" err="1"/>
              <a:t>unalienable</a:t>
            </a:r>
            <a:r>
              <a:rPr lang="pl-PL" dirty="0"/>
              <a:t> </a:t>
            </a:r>
            <a:r>
              <a:rPr lang="pl-PL" dirty="0" err="1"/>
              <a:t>Rights</a:t>
            </a:r>
            <a:r>
              <a:rPr lang="pl-PL" dirty="0"/>
              <a:t>,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</a:p>
          <a:p>
            <a:r>
              <a:rPr lang="pl-PL" dirty="0"/>
              <a:t>Life, Liberty and the </a:t>
            </a:r>
            <a:r>
              <a:rPr lang="pl-PL" dirty="0" err="1"/>
              <a:t>pursuit</a:t>
            </a:r>
            <a:r>
              <a:rPr lang="pl-PL" dirty="0"/>
              <a:t> of </a:t>
            </a:r>
            <a:r>
              <a:rPr lang="pl-PL" dirty="0" err="1"/>
              <a:t>Happiness</a:t>
            </a:r>
            <a:r>
              <a:rPr lang="pl-PL" dirty="0"/>
              <a:t>.</a:t>
            </a:r>
          </a:p>
          <a:p>
            <a:r>
              <a:rPr lang="pl-PL" dirty="0"/>
              <a:t>"""</a:t>
            </a:r>
          </a:p>
          <a:p>
            <a:r>
              <a:rPr lang="pl-PL" dirty="0" err="1"/>
              <a:t>doc</a:t>
            </a:r>
            <a:r>
              <a:rPr lang="pl-PL" dirty="0"/>
              <a:t> = </a:t>
            </a:r>
            <a:r>
              <a:rPr lang="pl-PL" dirty="0" err="1"/>
              <a:t>nlp</a:t>
            </a:r>
            <a:r>
              <a:rPr lang="pl-PL" dirty="0"/>
              <a:t>(</a:t>
            </a:r>
            <a:r>
              <a:rPr lang="pl-PL" dirty="0" err="1"/>
              <a:t>example_text.strip</a:t>
            </a:r>
            <a:r>
              <a:rPr lang="pl-PL" dirty="0"/>
              <a:t>())</a:t>
            </a:r>
          </a:p>
          <a:p>
            <a:endParaRPr lang="pl-PL" dirty="0"/>
          </a:p>
          <a:p>
            <a:r>
              <a:rPr lang="pl-PL" dirty="0"/>
              <a:t>[</a:t>
            </a:r>
            <a:r>
              <a:rPr lang="pl-PL" dirty="0" err="1"/>
              <a:t>print</a:t>
            </a:r>
            <a:r>
              <a:rPr lang="pl-PL" dirty="0"/>
              <a:t>(</a:t>
            </a:r>
            <a:r>
              <a:rPr lang="pl-PL" dirty="0" err="1"/>
              <a:t>token</a:t>
            </a:r>
            <a:r>
              <a:rPr lang="pl-PL" dirty="0"/>
              <a:t>) for </a:t>
            </a:r>
            <a:r>
              <a:rPr lang="pl-PL" dirty="0" err="1"/>
              <a:t>token</a:t>
            </a:r>
            <a:r>
              <a:rPr lang="pl-PL" dirty="0"/>
              <a:t> in </a:t>
            </a:r>
            <a:r>
              <a:rPr lang="pl-PL" dirty="0" err="1"/>
              <a:t>doc</a:t>
            </a:r>
            <a:r>
              <a:rPr lang="pl-PL" dirty="0"/>
              <a:t>]</a:t>
            </a:r>
          </a:p>
          <a:p>
            <a:r>
              <a:rPr lang="pl-PL" dirty="0"/>
              <a:t>[</a:t>
            </a:r>
            <a:r>
              <a:rPr lang="pl-PL" dirty="0" err="1"/>
              <a:t>print</a:t>
            </a:r>
            <a:r>
              <a:rPr lang="pl-PL" dirty="0"/>
              <a:t>(</a:t>
            </a:r>
            <a:r>
              <a:rPr lang="pl-PL" dirty="0" err="1"/>
              <a:t>token.lemma</a:t>
            </a:r>
            <a:r>
              <a:rPr lang="pl-PL" dirty="0"/>
              <a:t>) for </a:t>
            </a:r>
            <a:r>
              <a:rPr lang="pl-PL" dirty="0" err="1"/>
              <a:t>token</a:t>
            </a:r>
            <a:r>
              <a:rPr lang="pl-PL" dirty="0"/>
              <a:t> in </a:t>
            </a:r>
            <a:r>
              <a:rPr lang="pl-PL" dirty="0" err="1"/>
              <a:t>doc</a:t>
            </a:r>
            <a:r>
              <a:rPr lang="pl-PL" dirty="0"/>
              <a:t>]</a:t>
            </a:r>
          </a:p>
          <a:p>
            <a:endParaRPr lang="pl-PL" dirty="0"/>
          </a:p>
          <a:p>
            <a:r>
              <a:rPr lang="pl-PL" dirty="0" err="1"/>
              <a:t>print</a:t>
            </a:r>
            <a:r>
              <a:rPr lang="pl-PL" dirty="0"/>
              <a:t>(</a:t>
            </a:r>
            <a:r>
              <a:rPr lang="pl-PL" dirty="0" err="1"/>
              <a:t>dict</a:t>
            </a:r>
            <a:r>
              <a:rPr lang="pl-PL" dirty="0"/>
              <a:t>(zip([</a:t>
            </a:r>
            <a:r>
              <a:rPr lang="pl-PL" dirty="0" err="1"/>
              <a:t>token</a:t>
            </a:r>
            <a:r>
              <a:rPr lang="pl-PL" dirty="0"/>
              <a:t> for </a:t>
            </a:r>
            <a:r>
              <a:rPr lang="pl-PL" dirty="0" err="1"/>
              <a:t>token</a:t>
            </a:r>
            <a:r>
              <a:rPr lang="pl-PL" dirty="0"/>
              <a:t> in </a:t>
            </a:r>
            <a:r>
              <a:rPr lang="pl-PL" dirty="0" err="1"/>
              <a:t>doc</a:t>
            </a:r>
            <a:r>
              <a:rPr lang="pl-PL" dirty="0"/>
              <a:t>],</a:t>
            </a:r>
          </a:p>
          <a:p>
            <a:r>
              <a:rPr lang="pl-PL" dirty="0"/>
              <a:t>         [</a:t>
            </a:r>
            <a:r>
              <a:rPr lang="pl-PL" dirty="0" err="1"/>
              <a:t>token.lemma</a:t>
            </a:r>
            <a:r>
              <a:rPr lang="pl-PL" dirty="0"/>
              <a:t>_ for </a:t>
            </a:r>
            <a:r>
              <a:rPr lang="pl-PL" dirty="0" err="1"/>
              <a:t>token</a:t>
            </a:r>
            <a:r>
              <a:rPr lang="pl-PL" dirty="0"/>
              <a:t> in </a:t>
            </a:r>
            <a:r>
              <a:rPr lang="pl-PL" dirty="0" err="1"/>
              <a:t>doc</a:t>
            </a:r>
            <a:r>
              <a:rPr lang="pl-PL" dirty="0"/>
              <a:t>])))</a:t>
            </a:r>
          </a:p>
          <a:p>
            <a:endParaRPr lang="pl-PL" dirty="0"/>
          </a:p>
          <a:p>
            <a:r>
              <a:rPr lang="pl-PL" dirty="0"/>
              <a:t>[</a:t>
            </a:r>
            <a:r>
              <a:rPr lang="pl-PL" dirty="0" err="1"/>
              <a:t>token.vector</a:t>
            </a:r>
            <a:r>
              <a:rPr lang="pl-PL" dirty="0"/>
              <a:t> for </a:t>
            </a:r>
            <a:r>
              <a:rPr lang="pl-PL" dirty="0" err="1"/>
              <a:t>token</a:t>
            </a:r>
            <a:r>
              <a:rPr lang="pl-PL" dirty="0"/>
              <a:t> in </a:t>
            </a:r>
            <a:r>
              <a:rPr lang="pl-PL" dirty="0" err="1"/>
              <a:t>doc</a:t>
            </a:r>
            <a:r>
              <a:rPr lang="pl-PL" dirty="0"/>
              <a:t>]</a:t>
            </a:r>
          </a:p>
          <a:p>
            <a:r>
              <a:rPr lang="pl-PL" dirty="0" err="1"/>
              <a:t>print</a:t>
            </a:r>
            <a:r>
              <a:rPr lang="pl-PL" dirty="0"/>
              <a:t>(</a:t>
            </a:r>
            <a:r>
              <a:rPr lang="pl-PL" dirty="0" err="1"/>
              <a:t>doc.vector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3296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464E-6016-B96D-712F-5C4921F1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ED2553-0C0D-58D6-CE7C-DE7B71B5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Biblioteka </a:t>
            </a:r>
            <a:r>
              <a:rPr lang="pl-PL" b="1" dirty="0" err="1"/>
              <a:t>Spacy</a:t>
            </a:r>
            <a:r>
              <a:rPr lang="pl-PL" b="1" dirty="0"/>
              <a:t> – określanie części mowy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13AE32-9507-B1F4-9CA7-6C04A3F0E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r>
              <a:rPr lang="pl-PL" sz="2800" dirty="0"/>
              <a:t>- Pewne zagadnienia w przetwarzaniu języka naturalnego mają już dedykowane rozwiązania</a:t>
            </a:r>
          </a:p>
          <a:p>
            <a:r>
              <a:rPr lang="pl-PL" dirty="0"/>
              <a:t>for </a:t>
            </a:r>
            <a:r>
              <a:rPr lang="pl-PL" dirty="0" err="1"/>
              <a:t>token</a:t>
            </a:r>
            <a:r>
              <a:rPr lang="pl-PL" dirty="0"/>
              <a:t> in </a:t>
            </a:r>
            <a:r>
              <a:rPr lang="pl-PL" dirty="0" err="1"/>
              <a:t>doc</a:t>
            </a:r>
            <a:r>
              <a:rPr lang="pl-PL" dirty="0"/>
              <a:t>:</a:t>
            </a:r>
            <a:br>
              <a:rPr lang="pl-PL" dirty="0"/>
            </a:br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</a:t>
            </a:r>
            <a:r>
              <a:rPr lang="pl-PL" dirty="0" err="1"/>
              <a:t>token.text</a:t>
            </a:r>
            <a:r>
              <a:rPr lang="pl-PL" dirty="0"/>
              <a:t>, </a:t>
            </a:r>
            <a:r>
              <a:rPr lang="pl-PL" dirty="0" err="1"/>
              <a:t>token.pos</a:t>
            </a:r>
            <a:r>
              <a:rPr lang="pl-PL" dirty="0"/>
              <a:t>_)</a:t>
            </a:r>
          </a:p>
          <a:p>
            <a:endParaRPr lang="pl-PL" sz="2800" dirty="0"/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094234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8562-996C-E7F3-F0B6-91EFA72B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7513F4-3F4C-2E1A-2123-2F575268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Modelowanie tematu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E7BB24-A18C-FA2E-CC1D-A376D371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r>
              <a:rPr lang="pl-PL" sz="2800" dirty="0"/>
              <a:t>- Algorytm: LDA - </a:t>
            </a:r>
            <a:r>
              <a:rPr lang="pl-PL" sz="2800" dirty="0" err="1"/>
              <a:t>Latent</a:t>
            </a:r>
            <a:r>
              <a:rPr lang="pl-PL" sz="2800" dirty="0"/>
              <a:t> Dirichlet </a:t>
            </a:r>
            <a:r>
              <a:rPr lang="pl-PL" sz="2800" dirty="0" err="1"/>
              <a:t>Allocation</a:t>
            </a:r>
            <a:endParaRPr lang="pl-PL" sz="2800" dirty="0"/>
          </a:p>
          <a:p>
            <a:r>
              <a:rPr lang="pl-PL" sz="2800" dirty="0"/>
              <a:t>- Algorytm nienadzorowany (nie musimy więc mieć tych tematów opisanych)</a:t>
            </a:r>
          </a:p>
          <a:p>
            <a:r>
              <a:rPr lang="pl-PL" sz="2800" dirty="0"/>
              <a:t>- Musimy określić tylko liczbę tematów</a:t>
            </a:r>
          </a:p>
          <a:p>
            <a:r>
              <a:rPr lang="pl-PL" sz="2800" dirty="0"/>
              <a:t>- Przed użyciem tego algorytmu klasycznie warto usunąć stop </a:t>
            </a:r>
            <a:r>
              <a:rPr lang="pl-PL" sz="2800" dirty="0" err="1"/>
              <a:t>words</a:t>
            </a:r>
            <a:r>
              <a:rPr lang="pl-PL" sz="2800" dirty="0"/>
              <a:t>, zrobić </a:t>
            </a:r>
            <a:r>
              <a:rPr lang="pl-PL" sz="2800" dirty="0" err="1"/>
              <a:t>lematyzację</a:t>
            </a:r>
            <a:endParaRPr lang="pl-PL" sz="2800" dirty="0"/>
          </a:p>
          <a:p>
            <a:r>
              <a:rPr lang="pl-PL" sz="2800" dirty="0"/>
              <a:t>- Każdy dokument może być przedstawiony jako rozkład tematów, a każdy temat jako rozkład słów</a:t>
            </a:r>
            <a:endParaRPr lang="pl-PL" dirty="0"/>
          </a:p>
          <a:p>
            <a:endParaRPr lang="pl-PL" sz="2800" dirty="0"/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80258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456F-BC4B-A980-1014-65180E1F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0D44BF3E-CA13-9B1A-A462-3FFB130F23D2}"/>
              </a:ext>
            </a:extLst>
          </p:cNvPr>
          <p:cNvSpPr txBox="1"/>
          <p:nvPr/>
        </p:nvSpPr>
        <p:spPr>
          <a:xfrm>
            <a:off x="179512" y="188640"/>
            <a:ext cx="9036496" cy="6070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import </a:t>
            </a:r>
            <a:r>
              <a:rPr lang="pl-PL" sz="1050" dirty="0" err="1"/>
              <a:t>spacy</a:t>
            </a:r>
            <a:br>
              <a:rPr lang="pl-PL" sz="1050" dirty="0"/>
            </a:br>
            <a:r>
              <a:rPr lang="pl-PL" sz="1050" dirty="0"/>
              <a:t>from </a:t>
            </a:r>
            <a:r>
              <a:rPr lang="pl-PL" sz="1050" dirty="0" err="1"/>
              <a:t>gensim.corpora</a:t>
            </a:r>
            <a:r>
              <a:rPr lang="pl-PL" sz="1050" dirty="0"/>
              <a:t> import Dictionary</a:t>
            </a:r>
            <a:br>
              <a:rPr lang="pl-PL" sz="1050" dirty="0"/>
            </a:br>
            <a:r>
              <a:rPr lang="pl-PL" sz="1050" dirty="0"/>
              <a:t>from </a:t>
            </a:r>
            <a:r>
              <a:rPr lang="pl-PL" sz="1050" dirty="0" err="1"/>
              <a:t>gensim.models.ldamodel</a:t>
            </a:r>
            <a:r>
              <a:rPr lang="pl-PL" sz="1050" dirty="0"/>
              <a:t> import </a:t>
            </a:r>
            <a:r>
              <a:rPr lang="pl-PL" sz="1050" dirty="0" err="1"/>
              <a:t>LdaModel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1) </a:t>
            </a:r>
            <a:r>
              <a:rPr lang="pl-PL" sz="1050" dirty="0" err="1"/>
              <a:t>load</a:t>
            </a:r>
            <a:r>
              <a:rPr lang="pl-PL" sz="1050" dirty="0"/>
              <a:t> </a:t>
            </a:r>
            <a:r>
              <a:rPr lang="pl-PL" sz="1050" dirty="0" err="1"/>
              <a:t>spaCy</a:t>
            </a:r>
            <a:r>
              <a:rPr lang="pl-PL" sz="1050" dirty="0"/>
              <a:t> English model =====</a:t>
            </a:r>
            <a:br>
              <a:rPr lang="pl-PL" sz="1050" dirty="0"/>
            </a:br>
            <a:r>
              <a:rPr lang="pl-PL" sz="1050" dirty="0" err="1"/>
              <a:t>nlp</a:t>
            </a:r>
            <a:r>
              <a:rPr lang="pl-PL" sz="1050" dirty="0"/>
              <a:t> = </a:t>
            </a:r>
            <a:r>
              <a:rPr lang="pl-PL" sz="1050" dirty="0" err="1"/>
              <a:t>spacy.load</a:t>
            </a:r>
            <a:r>
              <a:rPr lang="pl-PL" sz="1050" dirty="0"/>
              <a:t>("</a:t>
            </a:r>
            <a:r>
              <a:rPr lang="pl-PL" sz="1050" dirty="0" err="1"/>
              <a:t>en_core_web_sm</a:t>
            </a:r>
            <a:r>
              <a:rPr lang="pl-PL" sz="1050" dirty="0"/>
              <a:t>")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2) </a:t>
            </a:r>
            <a:r>
              <a:rPr lang="pl-PL" sz="1050" dirty="0" err="1"/>
              <a:t>example</a:t>
            </a:r>
            <a:r>
              <a:rPr lang="pl-PL" sz="1050" dirty="0"/>
              <a:t> </a:t>
            </a:r>
            <a:r>
              <a:rPr lang="pl-PL" sz="1050" dirty="0" err="1"/>
              <a:t>sentences</a:t>
            </a:r>
            <a:r>
              <a:rPr lang="pl-PL" sz="1050" dirty="0"/>
              <a:t> =====</a:t>
            </a:r>
            <a:br>
              <a:rPr lang="pl-PL" sz="1050" dirty="0"/>
            </a:br>
            <a:r>
              <a:rPr lang="pl-PL" sz="1050" dirty="0" err="1"/>
              <a:t>sentences</a:t>
            </a:r>
            <a:r>
              <a:rPr lang="pl-PL" sz="1050" dirty="0"/>
              <a:t> = [</a:t>
            </a:r>
            <a:br>
              <a:rPr lang="pl-PL" sz="1050" dirty="0"/>
            </a:br>
            <a:r>
              <a:rPr lang="pl-PL" sz="1050" dirty="0"/>
              <a:t>    "The </a:t>
            </a:r>
            <a:r>
              <a:rPr lang="pl-PL" sz="1050" dirty="0" err="1"/>
              <a:t>cat</a:t>
            </a:r>
            <a:r>
              <a:rPr lang="pl-PL" sz="1050" dirty="0"/>
              <a:t> </a:t>
            </a:r>
            <a:r>
              <a:rPr lang="pl-PL" sz="1050" dirty="0" err="1"/>
              <a:t>sits</a:t>
            </a:r>
            <a:r>
              <a:rPr lang="pl-PL" sz="1050" dirty="0"/>
              <a:t> on the mat and </a:t>
            </a:r>
            <a:r>
              <a:rPr lang="pl-PL" sz="1050" dirty="0" err="1"/>
              <a:t>looks</a:t>
            </a:r>
            <a:r>
              <a:rPr lang="pl-PL" sz="1050" dirty="0"/>
              <a:t> </a:t>
            </a:r>
            <a:r>
              <a:rPr lang="pl-PL" sz="1050" dirty="0" err="1"/>
              <a:t>through</a:t>
            </a:r>
            <a:r>
              <a:rPr lang="pl-PL" sz="1050" dirty="0"/>
              <a:t> the </a:t>
            </a:r>
            <a:r>
              <a:rPr lang="pl-PL" sz="1050" dirty="0" err="1"/>
              <a:t>window</a:t>
            </a:r>
            <a:r>
              <a:rPr lang="pl-PL" sz="1050" dirty="0"/>
              <a:t>.",</a:t>
            </a:r>
            <a:br>
              <a:rPr lang="pl-PL" sz="1050" dirty="0"/>
            </a:br>
            <a:r>
              <a:rPr lang="pl-PL" sz="1050" dirty="0"/>
              <a:t>    "The dog </a:t>
            </a:r>
            <a:r>
              <a:rPr lang="pl-PL" sz="1050" dirty="0" err="1"/>
              <a:t>is</a:t>
            </a:r>
            <a:r>
              <a:rPr lang="pl-PL" sz="1050" dirty="0"/>
              <a:t> sleeping on the </a:t>
            </a:r>
            <a:r>
              <a:rPr lang="pl-PL" sz="1050" dirty="0" err="1"/>
              <a:t>carpet</a:t>
            </a:r>
            <a:r>
              <a:rPr lang="pl-PL" sz="1050" dirty="0"/>
              <a:t> </a:t>
            </a:r>
            <a:r>
              <a:rPr lang="pl-PL" sz="1050" dirty="0" err="1"/>
              <a:t>after</a:t>
            </a:r>
            <a:r>
              <a:rPr lang="pl-PL" sz="1050" dirty="0"/>
              <a:t> a </a:t>
            </a:r>
            <a:r>
              <a:rPr lang="pl-PL" sz="1050" dirty="0" err="1"/>
              <a:t>long</a:t>
            </a:r>
            <a:r>
              <a:rPr lang="pl-PL" sz="1050" dirty="0"/>
              <a:t> walk.",</a:t>
            </a:r>
            <a:br>
              <a:rPr lang="pl-PL" sz="1050" dirty="0"/>
            </a:br>
            <a:r>
              <a:rPr lang="pl-PL" sz="1050" dirty="0"/>
              <a:t>    "The king </a:t>
            </a:r>
            <a:r>
              <a:rPr lang="pl-PL" sz="1050" dirty="0" err="1"/>
              <a:t>lives</a:t>
            </a:r>
            <a:r>
              <a:rPr lang="pl-PL" sz="1050" dirty="0"/>
              <a:t> in the </a:t>
            </a:r>
            <a:r>
              <a:rPr lang="pl-PL" sz="1050" dirty="0" err="1"/>
              <a:t>palace</a:t>
            </a:r>
            <a:r>
              <a:rPr lang="pl-PL" sz="1050" dirty="0"/>
              <a:t> and </a:t>
            </a:r>
            <a:r>
              <a:rPr lang="pl-PL" sz="1050" dirty="0" err="1"/>
              <a:t>meets</a:t>
            </a:r>
            <a:r>
              <a:rPr lang="pl-PL" sz="1050" dirty="0"/>
              <a:t> with </a:t>
            </a:r>
            <a:r>
              <a:rPr lang="pl-PL" sz="1050" dirty="0" err="1"/>
              <a:t>his</a:t>
            </a:r>
            <a:r>
              <a:rPr lang="pl-PL" sz="1050" dirty="0"/>
              <a:t> </a:t>
            </a:r>
            <a:r>
              <a:rPr lang="pl-PL" sz="1050" dirty="0" err="1"/>
              <a:t>advisors</a:t>
            </a:r>
            <a:r>
              <a:rPr lang="pl-PL" sz="1050" dirty="0"/>
              <a:t>.",</a:t>
            </a:r>
            <a:br>
              <a:rPr lang="pl-PL" sz="1050" dirty="0"/>
            </a:br>
            <a:r>
              <a:rPr lang="pl-PL" sz="1050" dirty="0"/>
              <a:t>    "The queen </a:t>
            </a:r>
            <a:r>
              <a:rPr lang="pl-PL" sz="1050" dirty="0" err="1"/>
              <a:t>presides</a:t>
            </a:r>
            <a:r>
              <a:rPr lang="pl-PL" sz="1050" dirty="0"/>
              <a:t> </a:t>
            </a:r>
            <a:r>
              <a:rPr lang="pl-PL" sz="1050" dirty="0" err="1"/>
              <a:t>over</a:t>
            </a:r>
            <a:r>
              <a:rPr lang="pl-PL" sz="1050" dirty="0"/>
              <a:t> the </a:t>
            </a:r>
            <a:r>
              <a:rPr lang="pl-PL" sz="1050" dirty="0" err="1"/>
              <a:t>ceremonies</a:t>
            </a:r>
            <a:r>
              <a:rPr lang="pl-PL" sz="1050" dirty="0"/>
              <a:t> in the </a:t>
            </a:r>
            <a:r>
              <a:rPr lang="pl-PL" sz="1050" dirty="0" err="1"/>
              <a:t>kingdom</a:t>
            </a:r>
            <a:r>
              <a:rPr lang="pl-PL" sz="1050" dirty="0"/>
              <a:t>.",</a:t>
            </a:r>
            <a:br>
              <a:rPr lang="pl-PL" sz="1050" dirty="0"/>
            </a:br>
            <a:r>
              <a:rPr lang="pl-PL" sz="1050" dirty="0"/>
              <a:t>    "</a:t>
            </a:r>
            <a:r>
              <a:rPr lang="pl-PL" sz="1050" dirty="0" err="1"/>
              <a:t>Cats</a:t>
            </a:r>
            <a:r>
              <a:rPr lang="pl-PL" sz="1050" dirty="0"/>
              <a:t> and </a:t>
            </a:r>
            <a:r>
              <a:rPr lang="pl-PL" sz="1050" dirty="0" err="1"/>
              <a:t>dogs</a:t>
            </a:r>
            <a:r>
              <a:rPr lang="pl-PL" sz="1050" dirty="0"/>
              <a:t> </a:t>
            </a:r>
            <a:r>
              <a:rPr lang="pl-PL" sz="1050" dirty="0" err="1"/>
              <a:t>are</a:t>
            </a:r>
            <a:r>
              <a:rPr lang="pl-PL" sz="1050" dirty="0"/>
              <a:t> popular </a:t>
            </a:r>
            <a:r>
              <a:rPr lang="pl-PL" sz="1050" dirty="0" err="1"/>
              <a:t>domestic</a:t>
            </a:r>
            <a:r>
              <a:rPr lang="pl-PL" sz="1050" dirty="0"/>
              <a:t> </a:t>
            </a:r>
            <a:r>
              <a:rPr lang="pl-PL" sz="1050" dirty="0" err="1"/>
              <a:t>animals</a:t>
            </a:r>
            <a:r>
              <a:rPr lang="pl-PL" sz="1050" dirty="0"/>
              <a:t>.",</a:t>
            </a:r>
            <a:br>
              <a:rPr lang="pl-PL" sz="1050" dirty="0"/>
            </a:br>
            <a:r>
              <a:rPr lang="pl-PL" sz="1050" dirty="0"/>
              <a:t>    "A major </a:t>
            </a:r>
            <a:r>
              <a:rPr lang="pl-PL" sz="1050" dirty="0" err="1"/>
              <a:t>state</a:t>
            </a:r>
            <a:r>
              <a:rPr lang="pl-PL" sz="1050" dirty="0"/>
              <a:t> </a:t>
            </a:r>
            <a:r>
              <a:rPr lang="pl-PL" sz="1050" dirty="0" err="1"/>
              <a:t>ceremony</a:t>
            </a:r>
            <a:r>
              <a:rPr lang="pl-PL" sz="1050" dirty="0"/>
              <a:t> </a:t>
            </a:r>
            <a:r>
              <a:rPr lang="pl-PL" sz="1050" dirty="0" err="1"/>
              <a:t>took</a:t>
            </a:r>
            <a:r>
              <a:rPr lang="pl-PL" sz="1050" dirty="0"/>
              <a:t> place in the </a:t>
            </a:r>
            <a:r>
              <a:rPr lang="pl-PL" sz="1050" dirty="0" err="1"/>
              <a:t>palace</a:t>
            </a:r>
            <a:r>
              <a:rPr lang="pl-PL" sz="1050" dirty="0"/>
              <a:t>."</a:t>
            </a:r>
            <a:br>
              <a:rPr lang="pl-PL" sz="1050" dirty="0"/>
            </a:br>
            <a:r>
              <a:rPr lang="pl-PL" sz="1050" dirty="0"/>
              <a:t>]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3) </a:t>
            </a:r>
            <a:r>
              <a:rPr lang="pl-PL" sz="1050" dirty="0" err="1"/>
              <a:t>tokenize</a:t>
            </a:r>
            <a:r>
              <a:rPr lang="pl-PL" sz="1050" dirty="0"/>
              <a:t> + </a:t>
            </a:r>
            <a:r>
              <a:rPr lang="pl-PL" sz="1050" dirty="0" err="1"/>
              <a:t>lemmatize</a:t>
            </a:r>
            <a:r>
              <a:rPr lang="pl-PL" sz="1050" dirty="0"/>
              <a:t> =====</a:t>
            </a:r>
            <a:br>
              <a:rPr lang="pl-PL" sz="1050" dirty="0"/>
            </a:br>
            <a:r>
              <a:rPr lang="pl-PL" sz="1050" dirty="0" err="1"/>
              <a:t>docs</a:t>
            </a:r>
            <a:r>
              <a:rPr lang="pl-PL" sz="1050" dirty="0"/>
              <a:t> = [[token.lemma_.</a:t>
            </a:r>
            <a:r>
              <a:rPr lang="pl-PL" sz="1050" dirty="0" err="1"/>
              <a:t>lower</a:t>
            </a:r>
            <a:r>
              <a:rPr lang="pl-PL" sz="1050" dirty="0"/>
              <a:t>() for </a:t>
            </a:r>
            <a:r>
              <a:rPr lang="pl-PL" sz="1050" dirty="0" err="1"/>
              <a:t>token</a:t>
            </a:r>
            <a:r>
              <a:rPr lang="pl-PL" sz="1050" dirty="0"/>
              <a:t> in </a:t>
            </a:r>
            <a:r>
              <a:rPr lang="pl-PL" sz="1050" dirty="0" err="1"/>
              <a:t>nlp</a:t>
            </a:r>
            <a:r>
              <a:rPr lang="pl-PL" sz="1050" dirty="0"/>
              <a:t>(</a:t>
            </a:r>
            <a:r>
              <a:rPr lang="pl-PL" sz="1050" dirty="0" err="1"/>
              <a:t>sent</a:t>
            </a:r>
            <a:r>
              <a:rPr lang="pl-PL" sz="1050" dirty="0"/>
              <a:t>)] for </a:t>
            </a:r>
            <a:r>
              <a:rPr lang="pl-PL" sz="1050" dirty="0" err="1"/>
              <a:t>sent</a:t>
            </a:r>
            <a:r>
              <a:rPr lang="pl-PL" sz="1050" dirty="0"/>
              <a:t> in </a:t>
            </a:r>
            <a:r>
              <a:rPr lang="pl-PL" sz="1050" dirty="0" err="1"/>
              <a:t>sentences</a:t>
            </a:r>
            <a:r>
              <a:rPr lang="pl-PL" sz="1050" dirty="0"/>
              <a:t>]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4) </a:t>
            </a:r>
            <a:r>
              <a:rPr lang="pl-PL" sz="1050" dirty="0" err="1"/>
              <a:t>dictionary</a:t>
            </a:r>
            <a:r>
              <a:rPr lang="pl-PL" sz="1050" dirty="0"/>
              <a:t> + </a:t>
            </a:r>
            <a:r>
              <a:rPr lang="pl-PL" sz="1050" dirty="0" err="1"/>
              <a:t>corpus</a:t>
            </a:r>
            <a:r>
              <a:rPr lang="pl-PL" sz="1050" dirty="0"/>
              <a:t> =====</a:t>
            </a:r>
            <a:br>
              <a:rPr lang="pl-PL" sz="1050" dirty="0"/>
            </a:br>
            <a:r>
              <a:rPr lang="pl-PL" sz="1050" dirty="0" err="1"/>
              <a:t>dictionary</a:t>
            </a:r>
            <a:r>
              <a:rPr lang="pl-PL" sz="1050" dirty="0"/>
              <a:t> = Dictionary(</a:t>
            </a:r>
            <a:r>
              <a:rPr lang="pl-PL" sz="1050" dirty="0" err="1"/>
              <a:t>docs</a:t>
            </a:r>
            <a:r>
              <a:rPr lang="pl-PL" sz="1050" dirty="0"/>
              <a:t>)</a:t>
            </a:r>
            <a:br>
              <a:rPr lang="pl-PL" sz="1050" dirty="0"/>
            </a:br>
            <a:r>
              <a:rPr lang="pl-PL" sz="1050" dirty="0" err="1"/>
              <a:t>corpus</a:t>
            </a:r>
            <a:r>
              <a:rPr lang="pl-PL" sz="1050" dirty="0"/>
              <a:t> = [dictionary.doc2bow(</a:t>
            </a:r>
            <a:r>
              <a:rPr lang="pl-PL" sz="1050" dirty="0" err="1"/>
              <a:t>doc</a:t>
            </a:r>
            <a:r>
              <a:rPr lang="pl-PL" sz="1050" dirty="0"/>
              <a:t>) for </a:t>
            </a:r>
            <a:r>
              <a:rPr lang="pl-PL" sz="1050" dirty="0" err="1"/>
              <a:t>doc</a:t>
            </a:r>
            <a:r>
              <a:rPr lang="pl-PL" sz="1050" dirty="0"/>
              <a:t> in </a:t>
            </a:r>
            <a:r>
              <a:rPr lang="pl-PL" sz="1050" dirty="0" err="1"/>
              <a:t>docs</a:t>
            </a:r>
            <a:r>
              <a:rPr lang="pl-PL" sz="1050" dirty="0"/>
              <a:t>]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5) LDA =====</a:t>
            </a:r>
            <a:br>
              <a:rPr lang="pl-PL" sz="1050" dirty="0"/>
            </a:br>
            <a:r>
              <a:rPr lang="pl-PL" sz="1050" dirty="0" err="1"/>
              <a:t>lda</a:t>
            </a:r>
            <a:r>
              <a:rPr lang="pl-PL" sz="1050" dirty="0"/>
              <a:t> = </a:t>
            </a:r>
            <a:r>
              <a:rPr lang="pl-PL" sz="1050" dirty="0" err="1"/>
              <a:t>LdaModel</a:t>
            </a:r>
            <a:r>
              <a:rPr lang="pl-PL" sz="1050" dirty="0"/>
              <a:t>(</a:t>
            </a:r>
            <a:r>
              <a:rPr lang="pl-PL" sz="1050" dirty="0" err="1"/>
              <a:t>corpus</a:t>
            </a:r>
            <a:r>
              <a:rPr lang="pl-PL" sz="1050" dirty="0"/>
              <a:t>=</a:t>
            </a:r>
            <a:r>
              <a:rPr lang="pl-PL" sz="1050" dirty="0" err="1"/>
              <a:t>corpus</a:t>
            </a:r>
            <a:r>
              <a:rPr lang="pl-PL" sz="1050" dirty="0"/>
              <a:t>, id2word=</a:t>
            </a:r>
            <a:r>
              <a:rPr lang="pl-PL" sz="1050" dirty="0" err="1"/>
              <a:t>dictionary</a:t>
            </a:r>
            <a:r>
              <a:rPr lang="pl-PL" sz="1050" dirty="0"/>
              <a:t>, </a:t>
            </a:r>
            <a:r>
              <a:rPr lang="pl-PL" sz="1050" dirty="0" err="1"/>
              <a:t>num_topics</a:t>
            </a:r>
            <a:r>
              <a:rPr lang="pl-PL" sz="1050" dirty="0"/>
              <a:t>=2, </a:t>
            </a:r>
            <a:r>
              <a:rPr lang="pl-PL" sz="1050" dirty="0" err="1"/>
              <a:t>passes</a:t>
            </a:r>
            <a:r>
              <a:rPr lang="pl-PL" sz="1050" dirty="0"/>
              <a:t>=15, </a:t>
            </a:r>
            <a:r>
              <a:rPr lang="pl-PL" sz="1050" dirty="0" err="1"/>
              <a:t>random_state</a:t>
            </a:r>
            <a:r>
              <a:rPr lang="pl-PL" sz="1050" dirty="0"/>
              <a:t>=42)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6) </a:t>
            </a:r>
            <a:r>
              <a:rPr lang="pl-PL" sz="1050" dirty="0" err="1"/>
              <a:t>topics</a:t>
            </a:r>
            <a:r>
              <a:rPr lang="pl-PL" sz="1050" dirty="0"/>
              <a:t> =====</a:t>
            </a:r>
            <a:br>
              <a:rPr lang="pl-PL" sz="1050" dirty="0"/>
            </a:br>
            <a:r>
              <a:rPr lang="pl-PL" sz="1050" dirty="0"/>
              <a:t>for k, </a:t>
            </a:r>
            <a:r>
              <a:rPr lang="pl-PL" sz="1050" dirty="0" err="1"/>
              <a:t>topic</a:t>
            </a:r>
            <a:r>
              <a:rPr lang="pl-PL" sz="1050" dirty="0"/>
              <a:t> in </a:t>
            </a:r>
            <a:r>
              <a:rPr lang="pl-PL" sz="1050" dirty="0" err="1"/>
              <a:t>lda.print_topics</a:t>
            </a:r>
            <a:r>
              <a:rPr lang="pl-PL" sz="1050" dirty="0"/>
              <a:t>(</a:t>
            </a:r>
            <a:r>
              <a:rPr lang="pl-PL" sz="1050" dirty="0" err="1"/>
              <a:t>num_topics</a:t>
            </a:r>
            <a:r>
              <a:rPr lang="pl-PL" sz="1050" dirty="0"/>
              <a:t>=2, </a:t>
            </a:r>
            <a:r>
              <a:rPr lang="pl-PL" sz="1050" dirty="0" err="1"/>
              <a:t>num_words</a:t>
            </a:r>
            <a:r>
              <a:rPr lang="pl-PL" sz="1050" dirty="0"/>
              <a:t>=5):</a:t>
            </a:r>
            <a:br>
              <a:rPr lang="pl-PL" sz="1050" dirty="0"/>
            </a:br>
            <a:r>
              <a:rPr lang="pl-PL" sz="1050" dirty="0"/>
              <a:t>    </a:t>
            </a:r>
            <a:r>
              <a:rPr lang="pl-PL" sz="1050" dirty="0" err="1"/>
              <a:t>print</a:t>
            </a:r>
            <a:r>
              <a:rPr lang="pl-PL" sz="1050" dirty="0"/>
              <a:t>(</a:t>
            </a:r>
            <a:r>
              <a:rPr lang="pl-PL" sz="1050" dirty="0" err="1"/>
              <a:t>f"TOPIC</a:t>
            </a:r>
            <a:r>
              <a:rPr lang="pl-PL" sz="1050" dirty="0"/>
              <a:t> {k}: {</a:t>
            </a:r>
            <a:r>
              <a:rPr lang="pl-PL" sz="1050" dirty="0" err="1"/>
              <a:t>topic</a:t>
            </a:r>
            <a:r>
              <a:rPr lang="pl-PL" sz="1050" dirty="0"/>
              <a:t>}")</a:t>
            </a:r>
            <a:br>
              <a:rPr lang="pl-PL" sz="1050" dirty="0"/>
            </a:br>
            <a:br>
              <a:rPr lang="pl-PL" sz="1050" dirty="0"/>
            </a:br>
            <a:r>
              <a:rPr lang="pl-PL" sz="1050" dirty="0"/>
              <a:t># ===== 7) dominant </a:t>
            </a:r>
            <a:r>
              <a:rPr lang="pl-PL" sz="1050" dirty="0" err="1"/>
              <a:t>topic</a:t>
            </a:r>
            <a:r>
              <a:rPr lang="pl-PL" sz="1050" dirty="0"/>
              <a:t> per </a:t>
            </a:r>
            <a:r>
              <a:rPr lang="pl-PL" sz="1050" dirty="0" err="1"/>
              <a:t>sentence</a:t>
            </a:r>
            <a:r>
              <a:rPr lang="pl-PL" sz="1050" dirty="0"/>
              <a:t> =====</a:t>
            </a:r>
            <a:br>
              <a:rPr lang="pl-PL" sz="1050" dirty="0"/>
            </a:br>
            <a:r>
              <a:rPr lang="pl-PL" sz="1050" dirty="0" err="1"/>
              <a:t>print</a:t>
            </a:r>
            <a:r>
              <a:rPr lang="pl-PL" sz="1050" dirty="0"/>
              <a:t>("\</a:t>
            </a:r>
            <a:r>
              <a:rPr lang="pl-PL" sz="1050" dirty="0" err="1"/>
              <a:t>nDominant</a:t>
            </a:r>
            <a:r>
              <a:rPr lang="pl-PL" sz="1050" dirty="0"/>
              <a:t> </a:t>
            </a:r>
            <a:r>
              <a:rPr lang="pl-PL" sz="1050" dirty="0" err="1"/>
              <a:t>topic</a:t>
            </a:r>
            <a:r>
              <a:rPr lang="pl-PL" sz="1050" dirty="0"/>
              <a:t> per </a:t>
            </a:r>
            <a:r>
              <a:rPr lang="pl-PL" sz="1050" dirty="0" err="1"/>
              <a:t>sentence</a:t>
            </a:r>
            <a:r>
              <a:rPr lang="pl-PL" sz="1050" dirty="0"/>
              <a:t>:")</a:t>
            </a:r>
            <a:br>
              <a:rPr lang="pl-PL" sz="1050" dirty="0"/>
            </a:br>
            <a:r>
              <a:rPr lang="pl-PL" sz="1050" dirty="0"/>
              <a:t>for s, </a:t>
            </a:r>
            <a:r>
              <a:rPr lang="pl-PL" sz="1050" dirty="0" err="1"/>
              <a:t>bow</a:t>
            </a:r>
            <a:r>
              <a:rPr lang="pl-PL" sz="1050" dirty="0"/>
              <a:t> in zip(</a:t>
            </a:r>
            <a:r>
              <a:rPr lang="pl-PL" sz="1050" dirty="0" err="1"/>
              <a:t>sentences</a:t>
            </a:r>
            <a:r>
              <a:rPr lang="pl-PL" sz="1050" dirty="0"/>
              <a:t>, </a:t>
            </a:r>
            <a:r>
              <a:rPr lang="pl-PL" sz="1050" dirty="0" err="1"/>
              <a:t>corpus</a:t>
            </a:r>
            <a:r>
              <a:rPr lang="pl-PL" sz="1050" dirty="0"/>
              <a:t>):</a:t>
            </a:r>
            <a:br>
              <a:rPr lang="pl-PL" sz="1050" dirty="0"/>
            </a:br>
            <a:r>
              <a:rPr lang="pl-PL" sz="1050" dirty="0"/>
              <a:t>    </a:t>
            </a:r>
            <a:r>
              <a:rPr lang="pl-PL" sz="1050" dirty="0" err="1"/>
              <a:t>dist</a:t>
            </a:r>
            <a:r>
              <a:rPr lang="pl-PL" sz="1050" dirty="0"/>
              <a:t> = </a:t>
            </a:r>
            <a:r>
              <a:rPr lang="pl-PL" sz="1050" dirty="0" err="1"/>
              <a:t>lda.get_document_topics</a:t>
            </a:r>
            <a:r>
              <a:rPr lang="pl-PL" sz="1050" dirty="0"/>
              <a:t>(</a:t>
            </a:r>
            <a:r>
              <a:rPr lang="pl-PL" sz="1050" dirty="0" err="1"/>
              <a:t>bow</a:t>
            </a:r>
            <a:r>
              <a:rPr lang="pl-PL" sz="1050" dirty="0"/>
              <a:t>)</a:t>
            </a:r>
            <a:br>
              <a:rPr lang="pl-PL" sz="1050" dirty="0"/>
            </a:br>
            <a:r>
              <a:rPr lang="pl-PL" sz="1050" dirty="0"/>
              <a:t>    </a:t>
            </a:r>
            <a:r>
              <a:rPr lang="pl-PL" sz="1050" dirty="0" err="1"/>
              <a:t>top_topic</a:t>
            </a:r>
            <a:r>
              <a:rPr lang="pl-PL" sz="1050" dirty="0"/>
              <a:t> = max(</a:t>
            </a:r>
            <a:r>
              <a:rPr lang="pl-PL" sz="1050" dirty="0" err="1"/>
              <a:t>dist</a:t>
            </a:r>
            <a:r>
              <a:rPr lang="pl-PL" sz="1050" dirty="0"/>
              <a:t>, </a:t>
            </a:r>
            <a:r>
              <a:rPr lang="pl-PL" sz="1050" dirty="0" err="1"/>
              <a:t>key</a:t>
            </a:r>
            <a:r>
              <a:rPr lang="pl-PL" sz="1050" dirty="0"/>
              <a:t>=lambda x: x[1])[0]</a:t>
            </a:r>
            <a:br>
              <a:rPr lang="pl-PL" sz="1050" dirty="0"/>
            </a:br>
            <a:r>
              <a:rPr lang="pl-PL" sz="1050" dirty="0"/>
              <a:t>    </a:t>
            </a:r>
            <a:r>
              <a:rPr lang="pl-PL" sz="1050" dirty="0" err="1"/>
              <a:t>print</a:t>
            </a:r>
            <a:r>
              <a:rPr lang="pl-PL" sz="1050" dirty="0"/>
              <a:t>(f"[T{</a:t>
            </a:r>
            <a:r>
              <a:rPr lang="pl-PL" sz="1050" dirty="0" err="1"/>
              <a:t>top_topic</a:t>
            </a:r>
            <a:r>
              <a:rPr lang="pl-PL" sz="1050" dirty="0"/>
              <a:t>}] {s}")</a:t>
            </a:r>
          </a:p>
        </p:txBody>
      </p:sp>
    </p:spTree>
    <p:extLst>
      <p:ext uri="{BB962C8B-B14F-4D97-AF65-F5344CB8AC3E}">
        <p14:creationId xmlns:p14="http://schemas.microsoft.com/office/powerpoint/2010/main" val="129481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1F9B-DECD-B478-F39D-8C98C56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432D574C-0FFD-9E37-507E-CC42224EA4F7}"/>
              </a:ext>
            </a:extLst>
          </p:cNvPr>
          <p:cNvSpPr txBox="1"/>
          <p:nvPr/>
        </p:nvSpPr>
        <p:spPr>
          <a:xfrm>
            <a:off x="179512" y="188640"/>
            <a:ext cx="903649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900" dirty="0"/>
              <a:t>import </a:t>
            </a:r>
            <a:r>
              <a:rPr lang="pl-PL" sz="900" dirty="0" err="1"/>
              <a:t>spacy</a:t>
            </a:r>
            <a:br>
              <a:rPr lang="pl-PL" sz="900" dirty="0"/>
            </a:br>
            <a:r>
              <a:rPr lang="pl-PL" sz="900" dirty="0"/>
              <a:t>from </a:t>
            </a:r>
            <a:r>
              <a:rPr lang="pl-PL" sz="900" dirty="0" err="1"/>
              <a:t>sklearn.feature_extraction.text</a:t>
            </a:r>
            <a:r>
              <a:rPr lang="pl-PL" sz="900" dirty="0"/>
              <a:t> import </a:t>
            </a:r>
            <a:r>
              <a:rPr lang="pl-PL" sz="900" dirty="0" err="1"/>
              <a:t>CountVectorizer</a:t>
            </a:r>
            <a:br>
              <a:rPr lang="pl-PL" sz="900" dirty="0"/>
            </a:br>
            <a:r>
              <a:rPr lang="pl-PL" sz="900" dirty="0"/>
              <a:t>from </a:t>
            </a:r>
            <a:r>
              <a:rPr lang="pl-PL" sz="900" dirty="0" err="1"/>
              <a:t>sklearn.decomposition</a:t>
            </a:r>
            <a:r>
              <a:rPr lang="pl-PL" sz="900" dirty="0"/>
              <a:t> import </a:t>
            </a:r>
            <a:r>
              <a:rPr lang="pl-PL" sz="900" dirty="0" err="1"/>
              <a:t>LatentDirichletAllocation</a:t>
            </a:r>
            <a:br>
              <a:rPr lang="pl-PL" sz="900" dirty="0"/>
            </a:br>
            <a:r>
              <a:rPr lang="pl-PL" sz="900" dirty="0"/>
              <a:t>import </a:t>
            </a:r>
            <a:r>
              <a:rPr lang="pl-PL" sz="900" dirty="0" err="1"/>
              <a:t>numpy</a:t>
            </a:r>
            <a:r>
              <a:rPr lang="pl-PL" sz="900" dirty="0"/>
              <a:t> as </a:t>
            </a:r>
            <a:r>
              <a:rPr lang="pl-PL" sz="900" dirty="0" err="1"/>
              <a:t>np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/>
              <a:t># ===== 1) </a:t>
            </a:r>
            <a:r>
              <a:rPr lang="pl-PL" sz="900" dirty="0" err="1"/>
              <a:t>load</a:t>
            </a:r>
            <a:r>
              <a:rPr lang="pl-PL" sz="900" dirty="0"/>
              <a:t> </a:t>
            </a:r>
            <a:r>
              <a:rPr lang="pl-PL" sz="900" dirty="0" err="1"/>
              <a:t>spaCy</a:t>
            </a:r>
            <a:r>
              <a:rPr lang="pl-PL" sz="900" dirty="0"/>
              <a:t> English model =====</a:t>
            </a:r>
            <a:br>
              <a:rPr lang="pl-PL" sz="900" dirty="0"/>
            </a:br>
            <a:r>
              <a:rPr lang="pl-PL" sz="900" dirty="0" err="1"/>
              <a:t>nlp</a:t>
            </a:r>
            <a:r>
              <a:rPr lang="pl-PL" sz="900" dirty="0"/>
              <a:t> = </a:t>
            </a:r>
            <a:r>
              <a:rPr lang="pl-PL" sz="900" dirty="0" err="1"/>
              <a:t>spacy.load</a:t>
            </a:r>
            <a:r>
              <a:rPr lang="pl-PL" sz="900" dirty="0"/>
              <a:t>("</a:t>
            </a:r>
            <a:r>
              <a:rPr lang="pl-PL" sz="900" dirty="0" err="1"/>
              <a:t>en_core_web_sm</a:t>
            </a:r>
            <a:r>
              <a:rPr lang="pl-PL" sz="900" dirty="0"/>
              <a:t>")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 err="1"/>
              <a:t>sentences</a:t>
            </a:r>
            <a:r>
              <a:rPr lang="pl-PL" sz="900" dirty="0"/>
              <a:t> = [</a:t>
            </a:r>
            <a:br>
              <a:rPr lang="pl-PL" sz="900" dirty="0"/>
            </a:br>
            <a:r>
              <a:rPr lang="pl-PL" sz="900" dirty="0"/>
              <a:t>    "The </a:t>
            </a:r>
            <a:r>
              <a:rPr lang="pl-PL" sz="900" dirty="0" err="1"/>
              <a:t>cat</a:t>
            </a:r>
            <a:r>
              <a:rPr lang="pl-PL" sz="900" dirty="0"/>
              <a:t> </a:t>
            </a:r>
            <a:r>
              <a:rPr lang="pl-PL" sz="900" dirty="0" err="1"/>
              <a:t>sits</a:t>
            </a:r>
            <a:r>
              <a:rPr lang="pl-PL" sz="900" dirty="0"/>
              <a:t> on the mat and </a:t>
            </a:r>
            <a:r>
              <a:rPr lang="pl-PL" sz="900" dirty="0" err="1"/>
              <a:t>looks</a:t>
            </a:r>
            <a:r>
              <a:rPr lang="pl-PL" sz="900" dirty="0"/>
              <a:t> </a:t>
            </a:r>
            <a:r>
              <a:rPr lang="pl-PL" sz="900" dirty="0" err="1"/>
              <a:t>through</a:t>
            </a:r>
            <a:r>
              <a:rPr lang="pl-PL" sz="900" dirty="0"/>
              <a:t> the </a:t>
            </a:r>
            <a:r>
              <a:rPr lang="pl-PL" sz="900" dirty="0" err="1"/>
              <a:t>window</a:t>
            </a:r>
            <a:r>
              <a:rPr lang="pl-PL" sz="900" dirty="0"/>
              <a:t>.",</a:t>
            </a:r>
            <a:br>
              <a:rPr lang="pl-PL" sz="900" dirty="0"/>
            </a:br>
            <a:r>
              <a:rPr lang="pl-PL" sz="900" dirty="0"/>
              <a:t>    "The dog </a:t>
            </a:r>
            <a:r>
              <a:rPr lang="pl-PL" sz="900" dirty="0" err="1"/>
              <a:t>is</a:t>
            </a:r>
            <a:r>
              <a:rPr lang="pl-PL" sz="900" dirty="0"/>
              <a:t> sleeping on the </a:t>
            </a:r>
            <a:r>
              <a:rPr lang="pl-PL" sz="900" dirty="0" err="1"/>
              <a:t>carpet</a:t>
            </a:r>
            <a:r>
              <a:rPr lang="pl-PL" sz="900" dirty="0"/>
              <a:t> </a:t>
            </a:r>
            <a:r>
              <a:rPr lang="pl-PL" sz="900" dirty="0" err="1"/>
              <a:t>after</a:t>
            </a:r>
            <a:r>
              <a:rPr lang="pl-PL" sz="900" dirty="0"/>
              <a:t> a </a:t>
            </a:r>
            <a:r>
              <a:rPr lang="pl-PL" sz="900" dirty="0" err="1"/>
              <a:t>long</a:t>
            </a:r>
            <a:r>
              <a:rPr lang="pl-PL" sz="900" dirty="0"/>
              <a:t> walk.",</a:t>
            </a:r>
            <a:br>
              <a:rPr lang="pl-PL" sz="900" dirty="0"/>
            </a:br>
            <a:r>
              <a:rPr lang="pl-PL" sz="900" dirty="0"/>
              <a:t>    "The king </a:t>
            </a:r>
            <a:r>
              <a:rPr lang="pl-PL" sz="900" dirty="0" err="1"/>
              <a:t>lives</a:t>
            </a:r>
            <a:r>
              <a:rPr lang="pl-PL" sz="900" dirty="0"/>
              <a:t> in the </a:t>
            </a:r>
            <a:r>
              <a:rPr lang="pl-PL" sz="900" dirty="0" err="1"/>
              <a:t>palace</a:t>
            </a:r>
            <a:r>
              <a:rPr lang="pl-PL" sz="900" dirty="0"/>
              <a:t> and </a:t>
            </a:r>
            <a:r>
              <a:rPr lang="pl-PL" sz="900" dirty="0" err="1"/>
              <a:t>meets</a:t>
            </a:r>
            <a:r>
              <a:rPr lang="pl-PL" sz="900" dirty="0"/>
              <a:t> with </a:t>
            </a:r>
            <a:r>
              <a:rPr lang="pl-PL" sz="900" dirty="0" err="1"/>
              <a:t>his</a:t>
            </a:r>
            <a:r>
              <a:rPr lang="pl-PL" sz="900" dirty="0"/>
              <a:t> </a:t>
            </a:r>
            <a:r>
              <a:rPr lang="pl-PL" sz="900" dirty="0" err="1"/>
              <a:t>advisors</a:t>
            </a:r>
            <a:r>
              <a:rPr lang="pl-PL" sz="900" dirty="0"/>
              <a:t>.",</a:t>
            </a:r>
            <a:br>
              <a:rPr lang="pl-PL" sz="900" dirty="0"/>
            </a:br>
            <a:r>
              <a:rPr lang="pl-PL" sz="900" dirty="0"/>
              <a:t>    "The queen </a:t>
            </a:r>
            <a:r>
              <a:rPr lang="pl-PL" sz="900" dirty="0" err="1"/>
              <a:t>presides</a:t>
            </a:r>
            <a:r>
              <a:rPr lang="pl-PL" sz="900" dirty="0"/>
              <a:t> </a:t>
            </a:r>
            <a:r>
              <a:rPr lang="pl-PL" sz="900" dirty="0" err="1"/>
              <a:t>over</a:t>
            </a:r>
            <a:r>
              <a:rPr lang="pl-PL" sz="900" dirty="0"/>
              <a:t> the </a:t>
            </a:r>
            <a:r>
              <a:rPr lang="pl-PL" sz="900" dirty="0" err="1"/>
              <a:t>ceremonies</a:t>
            </a:r>
            <a:r>
              <a:rPr lang="pl-PL" sz="900" dirty="0"/>
              <a:t> in the </a:t>
            </a:r>
            <a:r>
              <a:rPr lang="pl-PL" sz="900" dirty="0" err="1"/>
              <a:t>kingdom</a:t>
            </a:r>
            <a:r>
              <a:rPr lang="pl-PL" sz="900" dirty="0"/>
              <a:t>.",</a:t>
            </a:r>
            <a:br>
              <a:rPr lang="pl-PL" sz="900" dirty="0"/>
            </a:br>
            <a:r>
              <a:rPr lang="pl-PL" sz="900" dirty="0"/>
              <a:t>    "</a:t>
            </a:r>
            <a:r>
              <a:rPr lang="pl-PL" sz="900" dirty="0" err="1"/>
              <a:t>Cats</a:t>
            </a:r>
            <a:r>
              <a:rPr lang="pl-PL" sz="900" dirty="0"/>
              <a:t> and </a:t>
            </a:r>
            <a:r>
              <a:rPr lang="pl-PL" sz="900" dirty="0" err="1"/>
              <a:t>dogs</a:t>
            </a:r>
            <a:r>
              <a:rPr lang="pl-PL" sz="900" dirty="0"/>
              <a:t> </a:t>
            </a:r>
            <a:r>
              <a:rPr lang="pl-PL" sz="900" dirty="0" err="1"/>
              <a:t>are</a:t>
            </a:r>
            <a:r>
              <a:rPr lang="pl-PL" sz="900" dirty="0"/>
              <a:t> popular </a:t>
            </a:r>
            <a:r>
              <a:rPr lang="pl-PL" sz="900" dirty="0" err="1"/>
              <a:t>domestic</a:t>
            </a:r>
            <a:r>
              <a:rPr lang="pl-PL" sz="900" dirty="0"/>
              <a:t> </a:t>
            </a:r>
            <a:r>
              <a:rPr lang="pl-PL" sz="900" dirty="0" err="1"/>
              <a:t>animals</a:t>
            </a:r>
            <a:r>
              <a:rPr lang="pl-PL" sz="900" dirty="0"/>
              <a:t>.",</a:t>
            </a:r>
            <a:br>
              <a:rPr lang="pl-PL" sz="900" dirty="0"/>
            </a:br>
            <a:r>
              <a:rPr lang="pl-PL" sz="900" dirty="0"/>
              <a:t>    "A major </a:t>
            </a:r>
            <a:r>
              <a:rPr lang="pl-PL" sz="900" dirty="0" err="1"/>
              <a:t>state</a:t>
            </a:r>
            <a:r>
              <a:rPr lang="pl-PL" sz="900" dirty="0"/>
              <a:t> </a:t>
            </a:r>
            <a:r>
              <a:rPr lang="pl-PL" sz="900" dirty="0" err="1"/>
              <a:t>ceremony</a:t>
            </a:r>
            <a:r>
              <a:rPr lang="pl-PL" sz="900" dirty="0"/>
              <a:t> </a:t>
            </a:r>
            <a:r>
              <a:rPr lang="pl-PL" sz="900" dirty="0" err="1"/>
              <a:t>took</a:t>
            </a:r>
            <a:r>
              <a:rPr lang="pl-PL" sz="900" dirty="0"/>
              <a:t> place in the </a:t>
            </a:r>
            <a:r>
              <a:rPr lang="pl-PL" sz="900" dirty="0" err="1"/>
              <a:t>palace</a:t>
            </a:r>
            <a:r>
              <a:rPr lang="pl-PL" sz="900" dirty="0"/>
              <a:t>."</a:t>
            </a:r>
            <a:br>
              <a:rPr lang="pl-PL" sz="900" dirty="0"/>
            </a:br>
            <a:r>
              <a:rPr lang="pl-PL" sz="900" dirty="0"/>
              <a:t>]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/>
              <a:t># ===== 2) </a:t>
            </a:r>
            <a:r>
              <a:rPr lang="pl-PL" sz="900" dirty="0" err="1"/>
              <a:t>tokenizer</a:t>
            </a:r>
            <a:r>
              <a:rPr lang="pl-PL" sz="900" dirty="0"/>
              <a:t> </a:t>
            </a:r>
            <a:r>
              <a:rPr lang="pl-PL" sz="900" dirty="0" err="1"/>
              <a:t>using</a:t>
            </a:r>
            <a:r>
              <a:rPr lang="pl-PL" sz="900" dirty="0"/>
              <a:t> </a:t>
            </a:r>
            <a:r>
              <a:rPr lang="pl-PL" sz="900" dirty="0" err="1"/>
              <a:t>spaCy</a:t>
            </a:r>
            <a:r>
              <a:rPr lang="pl-PL" sz="900" dirty="0"/>
              <a:t> =====</a:t>
            </a:r>
            <a:br>
              <a:rPr lang="pl-PL" sz="900" dirty="0"/>
            </a:br>
            <a:r>
              <a:rPr lang="pl-PL" sz="900" dirty="0"/>
              <a:t>def </a:t>
            </a:r>
            <a:r>
              <a:rPr lang="pl-PL" sz="900" dirty="0" err="1"/>
              <a:t>spacy_tokenizer</a:t>
            </a:r>
            <a:r>
              <a:rPr lang="pl-PL" sz="900" dirty="0"/>
              <a:t>(</a:t>
            </a:r>
            <a:r>
              <a:rPr lang="pl-PL" sz="900" dirty="0" err="1"/>
              <a:t>text</a:t>
            </a:r>
            <a:r>
              <a:rPr lang="pl-PL" sz="900" dirty="0"/>
              <a:t>):</a:t>
            </a:r>
            <a:br>
              <a:rPr lang="pl-PL" sz="900" dirty="0"/>
            </a:br>
            <a:r>
              <a:rPr lang="pl-PL" sz="900" dirty="0"/>
              <a:t>    return [token.lemma_.</a:t>
            </a:r>
            <a:r>
              <a:rPr lang="pl-PL" sz="900" dirty="0" err="1"/>
              <a:t>lower</a:t>
            </a:r>
            <a:r>
              <a:rPr lang="pl-PL" sz="900" dirty="0"/>
              <a:t>() for </a:t>
            </a:r>
            <a:r>
              <a:rPr lang="pl-PL" sz="900" dirty="0" err="1"/>
              <a:t>token</a:t>
            </a:r>
            <a:r>
              <a:rPr lang="pl-PL" sz="900" dirty="0"/>
              <a:t> in </a:t>
            </a:r>
            <a:r>
              <a:rPr lang="pl-PL" sz="900" dirty="0" err="1"/>
              <a:t>nlp</a:t>
            </a:r>
            <a:r>
              <a:rPr lang="pl-PL" sz="900" dirty="0"/>
              <a:t>(</a:t>
            </a:r>
            <a:r>
              <a:rPr lang="pl-PL" sz="900" dirty="0" err="1"/>
              <a:t>text</a:t>
            </a:r>
            <a:r>
              <a:rPr lang="pl-PL" sz="900" dirty="0"/>
              <a:t>)]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/>
              <a:t># ===== 3) </a:t>
            </a:r>
            <a:r>
              <a:rPr lang="pl-PL" sz="900" dirty="0" err="1"/>
              <a:t>Bag</a:t>
            </a:r>
            <a:r>
              <a:rPr lang="pl-PL" sz="900" dirty="0"/>
              <a:t>-of-</a:t>
            </a:r>
            <a:r>
              <a:rPr lang="pl-PL" sz="900" dirty="0" err="1"/>
              <a:t>Words</a:t>
            </a:r>
            <a:r>
              <a:rPr lang="pl-PL" sz="900" dirty="0"/>
              <a:t> =====</a:t>
            </a:r>
            <a:br>
              <a:rPr lang="pl-PL" sz="900" dirty="0"/>
            </a:br>
            <a:r>
              <a:rPr lang="pl-PL" sz="900" dirty="0" err="1"/>
              <a:t>vectorizer</a:t>
            </a:r>
            <a:r>
              <a:rPr lang="pl-PL" sz="900" dirty="0"/>
              <a:t> = </a:t>
            </a:r>
            <a:r>
              <a:rPr lang="pl-PL" sz="900" dirty="0" err="1"/>
              <a:t>CountVectorizer</a:t>
            </a:r>
            <a:r>
              <a:rPr lang="pl-PL" sz="900" dirty="0"/>
              <a:t>(</a:t>
            </a:r>
            <a:r>
              <a:rPr lang="pl-PL" sz="900" dirty="0" err="1"/>
              <a:t>tokenizer</a:t>
            </a:r>
            <a:r>
              <a:rPr lang="pl-PL" sz="900" dirty="0"/>
              <a:t>=</a:t>
            </a:r>
            <a:r>
              <a:rPr lang="pl-PL" sz="900" dirty="0" err="1"/>
              <a:t>spacy_tokenizer</a:t>
            </a:r>
            <a:r>
              <a:rPr lang="pl-PL" sz="900" dirty="0"/>
              <a:t>, </a:t>
            </a:r>
            <a:r>
              <a:rPr lang="pl-PL" sz="900" dirty="0" err="1"/>
              <a:t>lowercase</a:t>
            </a:r>
            <a:r>
              <a:rPr lang="pl-PL" sz="900" dirty="0"/>
              <a:t>=</a:t>
            </a:r>
            <a:r>
              <a:rPr lang="pl-PL" sz="900" dirty="0" err="1"/>
              <a:t>False</a:t>
            </a:r>
            <a:r>
              <a:rPr lang="pl-PL" sz="900" dirty="0"/>
              <a:t>)</a:t>
            </a:r>
            <a:br>
              <a:rPr lang="pl-PL" sz="900" dirty="0"/>
            </a:br>
            <a:r>
              <a:rPr lang="pl-PL" sz="900" dirty="0"/>
              <a:t>X = </a:t>
            </a:r>
            <a:r>
              <a:rPr lang="pl-PL" sz="900" dirty="0" err="1"/>
              <a:t>vectorizer.fit_transform</a:t>
            </a:r>
            <a:r>
              <a:rPr lang="pl-PL" sz="900" dirty="0"/>
              <a:t>(</a:t>
            </a:r>
            <a:r>
              <a:rPr lang="pl-PL" sz="900" dirty="0" err="1"/>
              <a:t>sentences</a:t>
            </a:r>
            <a:r>
              <a:rPr lang="pl-PL" sz="900" dirty="0"/>
              <a:t>)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/>
              <a:t># ===== 4) LDA =====</a:t>
            </a:r>
            <a:br>
              <a:rPr lang="pl-PL" sz="900" dirty="0"/>
            </a:br>
            <a:r>
              <a:rPr lang="pl-PL" sz="900" dirty="0" err="1"/>
              <a:t>lda</a:t>
            </a:r>
            <a:r>
              <a:rPr lang="pl-PL" sz="900" dirty="0"/>
              <a:t> = </a:t>
            </a:r>
            <a:r>
              <a:rPr lang="pl-PL" sz="900" dirty="0" err="1"/>
              <a:t>LatentDirichletAllocation</a:t>
            </a:r>
            <a:r>
              <a:rPr lang="pl-PL" sz="900" dirty="0"/>
              <a:t>(</a:t>
            </a:r>
            <a:r>
              <a:rPr lang="pl-PL" sz="900" dirty="0" err="1"/>
              <a:t>n_components</a:t>
            </a:r>
            <a:r>
              <a:rPr lang="pl-PL" sz="900" dirty="0"/>
              <a:t>=2, </a:t>
            </a:r>
            <a:r>
              <a:rPr lang="pl-PL" sz="900" dirty="0" err="1"/>
              <a:t>random_state</a:t>
            </a:r>
            <a:r>
              <a:rPr lang="pl-PL" sz="900" dirty="0"/>
              <a:t>=42, </a:t>
            </a:r>
            <a:r>
              <a:rPr lang="pl-PL" sz="900" dirty="0" err="1"/>
              <a:t>max_iter</a:t>
            </a:r>
            <a:r>
              <a:rPr lang="pl-PL" sz="900" dirty="0"/>
              <a:t>=20)</a:t>
            </a:r>
            <a:br>
              <a:rPr lang="pl-PL" sz="900" dirty="0"/>
            </a:br>
            <a:r>
              <a:rPr lang="pl-PL" sz="900" dirty="0" err="1"/>
              <a:t>lda.fit</a:t>
            </a:r>
            <a:r>
              <a:rPr lang="pl-PL" sz="900" dirty="0"/>
              <a:t>(X)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/>
              <a:t># ===== 5) </a:t>
            </a:r>
            <a:r>
              <a:rPr lang="pl-PL" sz="900" dirty="0" err="1"/>
              <a:t>topics</a:t>
            </a:r>
            <a:r>
              <a:rPr lang="pl-PL" sz="900" dirty="0"/>
              <a:t> =====</a:t>
            </a:r>
            <a:br>
              <a:rPr lang="pl-PL" sz="900" dirty="0"/>
            </a:br>
            <a:r>
              <a:rPr lang="pl-PL" sz="900" dirty="0" err="1"/>
              <a:t>terms</a:t>
            </a:r>
            <a:r>
              <a:rPr lang="pl-PL" sz="900" dirty="0"/>
              <a:t> = </a:t>
            </a:r>
            <a:r>
              <a:rPr lang="pl-PL" sz="900" dirty="0" err="1"/>
              <a:t>vectorizer.get_feature_names_out</a:t>
            </a:r>
            <a:r>
              <a:rPr lang="pl-PL" sz="900" dirty="0"/>
              <a:t>()</a:t>
            </a:r>
            <a:br>
              <a:rPr lang="pl-PL" sz="900" dirty="0"/>
            </a:br>
            <a:r>
              <a:rPr lang="pl-PL" sz="900" dirty="0"/>
              <a:t>for k, </a:t>
            </a:r>
            <a:r>
              <a:rPr lang="pl-PL" sz="900" dirty="0" err="1"/>
              <a:t>comp</a:t>
            </a:r>
            <a:r>
              <a:rPr lang="pl-PL" sz="900" dirty="0"/>
              <a:t> in </a:t>
            </a:r>
            <a:r>
              <a:rPr lang="pl-PL" sz="900" dirty="0" err="1"/>
              <a:t>enumerate</a:t>
            </a:r>
            <a:r>
              <a:rPr lang="pl-PL" sz="900" dirty="0"/>
              <a:t>(</a:t>
            </a:r>
            <a:r>
              <a:rPr lang="pl-PL" sz="900" dirty="0" err="1"/>
              <a:t>lda.components</a:t>
            </a:r>
            <a:r>
              <a:rPr lang="pl-PL" sz="900" dirty="0"/>
              <a:t>_):</a:t>
            </a:r>
            <a:br>
              <a:rPr lang="pl-PL" sz="900" dirty="0"/>
            </a:br>
            <a:r>
              <a:rPr lang="pl-PL" sz="900" dirty="0"/>
              <a:t>    </a:t>
            </a:r>
            <a:r>
              <a:rPr lang="pl-PL" sz="900" dirty="0" err="1"/>
              <a:t>top_terms</a:t>
            </a:r>
            <a:r>
              <a:rPr lang="pl-PL" sz="900" dirty="0"/>
              <a:t> = [</a:t>
            </a:r>
            <a:r>
              <a:rPr lang="pl-PL" sz="900" dirty="0" err="1"/>
              <a:t>terms</a:t>
            </a:r>
            <a:r>
              <a:rPr lang="pl-PL" sz="900" dirty="0"/>
              <a:t>[i] for i in </a:t>
            </a:r>
            <a:r>
              <a:rPr lang="pl-PL" sz="900" dirty="0" err="1"/>
              <a:t>comp.argsort</a:t>
            </a:r>
            <a:r>
              <a:rPr lang="pl-PL" sz="900" dirty="0"/>
              <a:t>()[-5:]]</a:t>
            </a:r>
            <a:br>
              <a:rPr lang="pl-PL" sz="900" dirty="0"/>
            </a:br>
            <a:r>
              <a:rPr lang="pl-PL" sz="900" dirty="0"/>
              <a:t>    </a:t>
            </a:r>
            <a:r>
              <a:rPr lang="pl-PL" sz="900" dirty="0" err="1"/>
              <a:t>print</a:t>
            </a:r>
            <a:r>
              <a:rPr lang="pl-PL" sz="900" dirty="0"/>
              <a:t>(</a:t>
            </a:r>
            <a:r>
              <a:rPr lang="pl-PL" sz="900" dirty="0" err="1"/>
              <a:t>f"TOPIC</a:t>
            </a:r>
            <a:r>
              <a:rPr lang="pl-PL" sz="900" dirty="0"/>
              <a:t> {k}: {', '.</a:t>
            </a:r>
            <a:r>
              <a:rPr lang="pl-PL" sz="900" dirty="0" err="1"/>
              <a:t>join</a:t>
            </a:r>
            <a:r>
              <a:rPr lang="pl-PL" sz="900" dirty="0"/>
              <a:t>(</a:t>
            </a:r>
            <a:r>
              <a:rPr lang="pl-PL" sz="900" dirty="0" err="1"/>
              <a:t>top_terms</a:t>
            </a:r>
            <a:r>
              <a:rPr lang="pl-PL" sz="900" dirty="0"/>
              <a:t>)}")</a:t>
            </a:r>
            <a:br>
              <a:rPr lang="pl-PL" sz="900" dirty="0"/>
            </a:br>
            <a:br>
              <a:rPr lang="pl-PL" sz="900" dirty="0"/>
            </a:br>
            <a:r>
              <a:rPr lang="pl-PL" sz="900" dirty="0"/>
              <a:t># ===== 6) dominant </a:t>
            </a:r>
            <a:r>
              <a:rPr lang="pl-PL" sz="900" dirty="0" err="1"/>
              <a:t>topic</a:t>
            </a:r>
            <a:r>
              <a:rPr lang="pl-PL" sz="900" dirty="0"/>
              <a:t> per </a:t>
            </a:r>
            <a:r>
              <a:rPr lang="pl-PL" sz="900" dirty="0" err="1"/>
              <a:t>sentence</a:t>
            </a:r>
            <a:r>
              <a:rPr lang="pl-PL" sz="900" dirty="0"/>
              <a:t> =====</a:t>
            </a:r>
            <a:br>
              <a:rPr lang="pl-PL" sz="900" dirty="0"/>
            </a:br>
            <a:r>
              <a:rPr lang="pl-PL" sz="900" dirty="0" err="1"/>
              <a:t>topic_dist</a:t>
            </a:r>
            <a:r>
              <a:rPr lang="pl-PL" sz="900" dirty="0"/>
              <a:t> = </a:t>
            </a:r>
            <a:r>
              <a:rPr lang="pl-PL" sz="900" dirty="0" err="1"/>
              <a:t>lda.transform</a:t>
            </a:r>
            <a:r>
              <a:rPr lang="pl-PL" sz="900" dirty="0"/>
              <a:t>(X)</a:t>
            </a:r>
            <a:br>
              <a:rPr lang="pl-PL" sz="900" dirty="0"/>
            </a:br>
            <a:r>
              <a:rPr lang="pl-PL" sz="900" dirty="0" err="1"/>
              <a:t>print</a:t>
            </a:r>
            <a:r>
              <a:rPr lang="pl-PL" sz="900" dirty="0"/>
              <a:t>("\</a:t>
            </a:r>
            <a:r>
              <a:rPr lang="pl-PL" sz="900" dirty="0" err="1"/>
              <a:t>nDominant</a:t>
            </a:r>
            <a:r>
              <a:rPr lang="pl-PL" sz="900" dirty="0"/>
              <a:t> </a:t>
            </a:r>
            <a:r>
              <a:rPr lang="pl-PL" sz="900" dirty="0" err="1"/>
              <a:t>topic</a:t>
            </a:r>
            <a:r>
              <a:rPr lang="pl-PL" sz="900" dirty="0"/>
              <a:t> per </a:t>
            </a:r>
            <a:r>
              <a:rPr lang="pl-PL" sz="900" dirty="0" err="1"/>
              <a:t>sentence</a:t>
            </a:r>
            <a:r>
              <a:rPr lang="pl-PL" sz="900" dirty="0"/>
              <a:t>:")</a:t>
            </a:r>
            <a:br>
              <a:rPr lang="pl-PL" sz="900" dirty="0"/>
            </a:br>
            <a:r>
              <a:rPr lang="pl-PL" sz="900" dirty="0"/>
              <a:t>for s, </a:t>
            </a:r>
            <a:r>
              <a:rPr lang="pl-PL" sz="900" dirty="0" err="1"/>
              <a:t>row</a:t>
            </a:r>
            <a:r>
              <a:rPr lang="pl-PL" sz="900" dirty="0"/>
              <a:t> in zip(</a:t>
            </a:r>
            <a:r>
              <a:rPr lang="pl-PL" sz="900" dirty="0" err="1"/>
              <a:t>sentences</a:t>
            </a:r>
            <a:r>
              <a:rPr lang="pl-PL" sz="900" dirty="0"/>
              <a:t>, </a:t>
            </a:r>
            <a:r>
              <a:rPr lang="pl-PL" sz="900" dirty="0" err="1"/>
              <a:t>topic_dist</a:t>
            </a:r>
            <a:r>
              <a:rPr lang="pl-PL" sz="900" dirty="0"/>
              <a:t>):</a:t>
            </a:r>
            <a:br>
              <a:rPr lang="pl-PL" sz="900" dirty="0"/>
            </a:br>
            <a:r>
              <a:rPr lang="pl-PL" sz="900" dirty="0"/>
              <a:t>    </a:t>
            </a:r>
            <a:r>
              <a:rPr lang="pl-PL" sz="900" dirty="0" err="1"/>
              <a:t>top_topic</a:t>
            </a:r>
            <a:r>
              <a:rPr lang="pl-PL" sz="900" dirty="0"/>
              <a:t> = </a:t>
            </a:r>
            <a:r>
              <a:rPr lang="pl-PL" sz="900" dirty="0" err="1"/>
              <a:t>int</a:t>
            </a:r>
            <a:r>
              <a:rPr lang="pl-PL" sz="900" dirty="0"/>
              <a:t>(</a:t>
            </a:r>
            <a:r>
              <a:rPr lang="pl-PL" sz="900" dirty="0" err="1"/>
              <a:t>np.argmax</a:t>
            </a:r>
            <a:r>
              <a:rPr lang="pl-PL" sz="900" dirty="0"/>
              <a:t>(</a:t>
            </a:r>
            <a:r>
              <a:rPr lang="pl-PL" sz="900" dirty="0" err="1"/>
              <a:t>row</a:t>
            </a:r>
            <a:r>
              <a:rPr lang="pl-PL" sz="900" dirty="0"/>
              <a:t>))</a:t>
            </a:r>
            <a:br>
              <a:rPr lang="pl-PL" sz="900" dirty="0"/>
            </a:br>
            <a:r>
              <a:rPr lang="pl-PL" sz="900" dirty="0"/>
              <a:t>    </a:t>
            </a:r>
            <a:r>
              <a:rPr lang="pl-PL" sz="900" dirty="0" err="1"/>
              <a:t>print</a:t>
            </a:r>
            <a:r>
              <a:rPr lang="pl-PL" sz="900" dirty="0"/>
              <a:t>(f"[T{</a:t>
            </a:r>
            <a:r>
              <a:rPr lang="pl-PL" sz="900" dirty="0" err="1"/>
              <a:t>top_topic</a:t>
            </a:r>
            <a:r>
              <a:rPr lang="pl-PL" sz="900" dirty="0"/>
              <a:t>}] {s}")</a:t>
            </a:r>
          </a:p>
          <a:p>
            <a:endParaRPr lang="pl-PL" sz="900" dirty="0"/>
          </a:p>
        </p:txBody>
      </p:sp>
    </p:spTree>
    <p:extLst>
      <p:ext uri="{BB962C8B-B14F-4D97-AF65-F5344CB8AC3E}">
        <p14:creationId xmlns:p14="http://schemas.microsoft.com/office/powerpoint/2010/main" val="2741632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50CDC-F143-2093-13C5-D354CD97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1E50A5-BB5C-4661-21C2-A7D6E81E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Rozpoznawanie nazw własnych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D90F89-40AF-A5BD-421F-73FA01482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r>
              <a:rPr lang="pl-PL" sz="2800" dirty="0"/>
              <a:t>- </a:t>
            </a:r>
            <a:r>
              <a:rPr lang="pl-PL" sz="2800" dirty="0" err="1"/>
              <a:t>Named</a:t>
            </a:r>
            <a:r>
              <a:rPr lang="pl-PL" sz="2800" dirty="0"/>
              <a:t> </a:t>
            </a:r>
            <a:r>
              <a:rPr lang="pl-PL" sz="2800" dirty="0" err="1"/>
              <a:t>Entity</a:t>
            </a:r>
            <a:r>
              <a:rPr lang="pl-PL" sz="2800" dirty="0"/>
              <a:t> </a:t>
            </a:r>
            <a:r>
              <a:rPr lang="pl-PL" sz="2800" dirty="0" err="1"/>
              <a:t>Recognition</a:t>
            </a:r>
            <a:r>
              <a:rPr lang="pl-PL" sz="2800" dirty="0"/>
              <a:t> (NER) to zadanie z obszaru NLP (przetwarzania języka naturalnego), które polega na rozpoznawaniu i kategoryzowaniu nazw własnych w tekście.</a:t>
            </a:r>
          </a:p>
          <a:p>
            <a:endParaRPr lang="pl-PL" sz="2800" dirty="0"/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35931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36DC-FAA5-B02D-E4B7-B0FCC04C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6155F0-C49F-6910-6E06-6742708F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Rozpoznawanie nazw własnych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1E545F-C1A6-898A-6631-8C43FD70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 fontScale="92500" lnSpcReduction="20000"/>
          </a:bodyPr>
          <a:lstStyle/>
          <a:p>
            <a:r>
              <a:rPr lang="pl-PL" sz="2800" dirty="0"/>
              <a:t>Inaczej mówiąc – NER automatycznie znajduje w tekście fragmenty, które są „istotnymi bytami” (</a:t>
            </a:r>
            <a:r>
              <a:rPr lang="pl-PL" sz="2800" dirty="0" err="1"/>
              <a:t>entities</a:t>
            </a:r>
            <a:r>
              <a:rPr lang="pl-PL" sz="2800" dirty="0"/>
              <a:t>), i przypisuje im etykiety, np.:</a:t>
            </a:r>
          </a:p>
          <a:p>
            <a:pPr marL="0" indent="0">
              <a:buNone/>
            </a:pPr>
            <a:r>
              <a:rPr lang="pl-PL" sz="2800" dirty="0"/>
              <a:t> PERSON → osoby</a:t>
            </a:r>
          </a:p>
          <a:p>
            <a:r>
              <a:rPr lang="pl-PL" sz="2800" dirty="0"/>
              <a:t>ORG → organizacje</a:t>
            </a:r>
          </a:p>
          <a:p>
            <a:r>
              <a:rPr lang="pl-PL" sz="2800" dirty="0"/>
              <a:t>GPE (</a:t>
            </a:r>
            <a:r>
              <a:rPr lang="pl-PL" sz="2800" dirty="0" err="1"/>
              <a:t>Geopolitical</a:t>
            </a:r>
            <a:r>
              <a:rPr lang="pl-PL" sz="2800" dirty="0"/>
              <a:t> </a:t>
            </a:r>
            <a:r>
              <a:rPr lang="pl-PL" sz="2800" dirty="0" err="1"/>
              <a:t>Entity</a:t>
            </a:r>
            <a:r>
              <a:rPr lang="pl-PL" sz="2800" dirty="0"/>
              <a:t>) → miejsca, państwa, miasta</a:t>
            </a:r>
          </a:p>
          <a:p>
            <a:r>
              <a:rPr lang="pl-PL" sz="2800" dirty="0"/>
              <a:t>DATE → daty</a:t>
            </a:r>
          </a:p>
          <a:p>
            <a:r>
              <a:rPr lang="pl-PL" sz="2800" dirty="0"/>
              <a:t>MONEY → kwoty pieniędzy</a:t>
            </a:r>
          </a:p>
          <a:p>
            <a:r>
              <a:rPr lang="pl-PL" sz="2800" dirty="0"/>
              <a:t>PRODUCT → produkty</a:t>
            </a:r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284898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5A98-9183-C8FA-3E6C-C93FE428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22EDAC-54A0-1DF0-43BA-3897B3EB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Rozpoznawanie nazw własnych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5234AE8-48C1-9D83-934C-A18A196E4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 lnSpcReduction="10000"/>
          </a:bodyPr>
          <a:lstStyle/>
          <a:p>
            <a:r>
              <a:rPr lang="pl-PL" sz="2800" dirty="0"/>
              <a:t>import </a:t>
            </a:r>
            <a:r>
              <a:rPr lang="pl-PL" sz="2800" dirty="0" err="1"/>
              <a:t>spacy</a:t>
            </a:r>
            <a:endParaRPr lang="pl-PL" sz="2800" dirty="0"/>
          </a:p>
          <a:p>
            <a:endParaRPr lang="pl-PL" sz="2800" dirty="0"/>
          </a:p>
          <a:p>
            <a:r>
              <a:rPr lang="pl-PL" sz="2800" dirty="0" err="1"/>
              <a:t>nlp</a:t>
            </a:r>
            <a:r>
              <a:rPr lang="pl-PL" sz="2800" dirty="0"/>
              <a:t> = </a:t>
            </a:r>
            <a:r>
              <a:rPr lang="pl-PL" sz="2800" dirty="0" err="1"/>
              <a:t>spacy.load</a:t>
            </a:r>
            <a:r>
              <a:rPr lang="pl-PL" sz="2800" dirty="0"/>
              <a:t>("</a:t>
            </a:r>
            <a:r>
              <a:rPr lang="pl-PL" sz="2800" dirty="0" err="1"/>
              <a:t>en_core_web_sm</a:t>
            </a:r>
            <a:r>
              <a:rPr lang="pl-PL" sz="2800" dirty="0"/>
              <a:t>")</a:t>
            </a:r>
          </a:p>
          <a:p>
            <a:r>
              <a:rPr lang="pl-PL" sz="2800" dirty="0" err="1"/>
              <a:t>doc</a:t>
            </a:r>
            <a:r>
              <a:rPr lang="pl-PL" sz="2800" dirty="0"/>
              <a:t> = </a:t>
            </a:r>
            <a:r>
              <a:rPr lang="pl-PL" sz="2800" dirty="0" err="1"/>
              <a:t>nlp</a:t>
            </a:r>
            <a:r>
              <a:rPr lang="pl-PL" sz="2800" dirty="0"/>
              <a:t>("Barack Obama was </a:t>
            </a:r>
            <a:r>
              <a:rPr lang="pl-PL" sz="2800" dirty="0" err="1"/>
              <a:t>born</a:t>
            </a:r>
            <a:r>
              <a:rPr lang="pl-PL" sz="2800" dirty="0"/>
              <a:t> in Hawaii.")</a:t>
            </a:r>
          </a:p>
          <a:p>
            <a:endParaRPr lang="pl-PL" sz="2800" dirty="0"/>
          </a:p>
          <a:p>
            <a:r>
              <a:rPr lang="pl-PL" sz="2800" dirty="0"/>
              <a:t>for </a:t>
            </a:r>
            <a:r>
              <a:rPr lang="pl-PL" sz="2800" dirty="0" err="1"/>
              <a:t>ent</a:t>
            </a:r>
            <a:r>
              <a:rPr lang="pl-PL" sz="2800" dirty="0"/>
              <a:t> in </a:t>
            </a:r>
            <a:r>
              <a:rPr lang="pl-PL" sz="2800" dirty="0" err="1"/>
              <a:t>doc.ents</a:t>
            </a:r>
            <a:r>
              <a:rPr lang="pl-PL" sz="2800" dirty="0"/>
              <a:t>:</a:t>
            </a:r>
          </a:p>
          <a:p>
            <a:r>
              <a:rPr lang="pl-PL" sz="2800" dirty="0"/>
              <a:t>    </a:t>
            </a:r>
            <a:r>
              <a:rPr lang="pl-PL" sz="2800" dirty="0" err="1"/>
              <a:t>print</a:t>
            </a:r>
            <a:r>
              <a:rPr lang="pl-PL" sz="2800" dirty="0"/>
              <a:t>(</a:t>
            </a:r>
            <a:r>
              <a:rPr lang="pl-PL" sz="2800" dirty="0" err="1"/>
              <a:t>ent.text</a:t>
            </a:r>
            <a:r>
              <a:rPr lang="pl-PL" sz="2800" dirty="0"/>
              <a:t>, </a:t>
            </a:r>
            <a:r>
              <a:rPr lang="pl-PL" sz="2800" dirty="0" err="1"/>
              <a:t>ent.label</a:t>
            </a:r>
            <a:r>
              <a:rPr lang="pl-PL" sz="2800" dirty="0"/>
              <a:t>_)</a:t>
            </a:r>
          </a:p>
          <a:p>
            <a:r>
              <a:rPr lang="da-DK" dirty="0"/>
              <a:t>displacy.render(doc, style="ent")</a:t>
            </a:r>
            <a:r>
              <a:rPr lang="pl-PL" dirty="0"/>
              <a:t> #ładnie </a:t>
            </a:r>
            <a:r>
              <a:rPr lang="pl-PL" dirty="0" err="1"/>
              <a:t>wyformatować</a:t>
            </a:r>
            <a:r>
              <a:rPr lang="pl-PL" dirty="0"/>
              <a:t> np. w </a:t>
            </a:r>
            <a:r>
              <a:rPr lang="pl-PL" dirty="0" err="1"/>
              <a:t>jupyter</a:t>
            </a:r>
            <a:endParaRPr lang="da-DK" dirty="0"/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4669473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BB786FF68C4F4489610E14B800F038" ma:contentTypeVersion="3" ma:contentTypeDescription="Utwórz nowy dokument." ma:contentTypeScope="" ma:versionID="228608fec0ff488e7b81ac8253d55fb8">
  <xsd:schema xmlns:xsd="http://www.w3.org/2001/XMLSchema" xmlns:xs="http://www.w3.org/2001/XMLSchema" xmlns:p="http://schemas.microsoft.com/office/2006/metadata/properties" xmlns:ns2="f0816f1a-20eb-4d23-b012-af66eb922a7f" targetNamespace="http://schemas.microsoft.com/office/2006/metadata/properties" ma:root="true" ma:fieldsID="967a4a1327e72834ab477300dcbb8a22" ns2:_="">
    <xsd:import namespace="f0816f1a-20eb-4d23-b012-af66eb922a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16f1a-20eb-4d23-b012-af66eb922a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75AEAC-5925-4302-B98E-09A72E801824}"/>
</file>

<file path=customXml/itemProps2.xml><?xml version="1.0" encoding="utf-8"?>
<ds:datastoreItem xmlns:ds="http://schemas.openxmlformats.org/officeDocument/2006/customXml" ds:itemID="{D5922EC3-99FA-4EFC-B881-3B325B1F52CE}"/>
</file>

<file path=customXml/itemProps3.xml><?xml version="1.0" encoding="utf-8"?>
<ds:datastoreItem xmlns:ds="http://schemas.openxmlformats.org/officeDocument/2006/customXml" ds:itemID="{CF62A31F-5824-45D7-97B3-7F01F7F8F6C7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4712</TotalTime>
  <Words>1233</Words>
  <Application>Microsoft Office PowerPoint</Application>
  <PresentationFormat>Pokaz na ekranie (4:3)</PresentationFormat>
  <Paragraphs>73</Paragraphs>
  <Slides>10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Retrospekcja</vt:lpstr>
      <vt:lpstr>Przetwarzanie języka naturalnego</vt:lpstr>
      <vt:lpstr>Biblioteka Spacy</vt:lpstr>
      <vt:lpstr>Prezentacja programu PowerPoint</vt:lpstr>
      <vt:lpstr>Biblioteka Spacy – określanie części mowy</vt:lpstr>
      <vt:lpstr>Modelowanie tematu</vt:lpstr>
      <vt:lpstr>Prezentacja programu PowerPoint</vt:lpstr>
      <vt:lpstr>Prezentacja programu PowerPoint</vt:lpstr>
      <vt:lpstr>Rozpoznawanie nazw własnych</vt:lpstr>
      <vt:lpstr>Rozpoznawanie nazw własnych</vt:lpstr>
      <vt:lpstr>Rozpoznawanie nazw własnych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Temat: Rekonstrukcja zderzenia pojazdu z wykorzystaniem programu PC-Crash</dc:title>
  <dc:creator>Admin</dc:creator>
  <cp:lastModifiedBy>Wojciech Książek</cp:lastModifiedBy>
  <cp:revision>271</cp:revision>
  <cp:lastPrinted>2025-02-17T08:25:37Z</cp:lastPrinted>
  <dcterms:created xsi:type="dcterms:W3CDTF">2011-11-02T06:12:13Z</dcterms:created>
  <dcterms:modified xsi:type="dcterms:W3CDTF">2025-08-29T10:37:03Z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0x010100C9BB786FF68C4F4489610E14B800F038</vt:lpwstr>
  </property>
</Properties>
</file>